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40ee9ac3-3916-8501-70c2-8a9106e36716}">
          <p14:sldIdLst>
            <p14:sldId id="256"/>
            <p14:sldId id="257"/>
            <p14:sldId id="258"/>
          </p14:sldIdLst>
        </p14:section>
        <p14:section name="STEP 1" id="{37e9cba8-4d9b-0a77-878e-0428877e42b2}">
          <p14:sldIdLst>
            <p14:sldId id="259"/>
            <p14:sldId id="260"/>
            <p14:sldId id="261"/>
          </p14:sldIdLst>
        </p14:section>
        <p14:section name="STEP 2" id="{077c6268-f2bf-c927-7984-2f663d40c1b0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e9193f36-bad1-0187-57b8-478cb0b408a7}">
          <p14:sldIdLst>
            <p14:sldId id="267"/>
            <p14:sldId id="268"/>
            <p14:sldId id="269"/>
          </p14:sldIdLst>
        </p14:section>
        <p14:section name="STEP 4" id="{80eb4b14-0c17-d6ce-59cf-a8d85b5c1bff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57b7ffed-8c03-dc89-af31-d05f6cd6190b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5b25db6b-61b6-49b1-3fd1-ec451f93da08}">
          <p14:sldIdLst>
            <p14:sldId id="282"/>
            <p14:sldId id="283"/>
            <p14:sldId id="284"/>
          </p14:sldIdLst>
        </p14:section>
        <p14:section name="STEP 7" id="{50c3ba61-131b-e085-b730-0a230098f191}">
          <p14:sldIdLst>
            <p14:sldId id="285"/>
            <p14:sldId id="286"/>
          </p14:sldIdLst>
        </p14:section>
        <p14:section name="收尾" id="{33342aa1-5e5f-fa69-fda3-328d6e8295db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A · 3D 打地鼠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A · 3D 打地鼠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 打地鼠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30 秒内尽量多点击冒出来的地鼠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633993" y="2045473"/>
            <a:ext cx="3498574" cy="349857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940118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8" name="Shape 6"/>
          <p:cNvSpPr/>
          <p:nvPr/>
        </p:nvSpPr>
        <p:spPr>
          <a:xfrm>
            <a:off x="1940118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9" name="Shape 7"/>
          <p:cNvSpPr/>
          <p:nvPr/>
        </p:nvSpPr>
        <p:spPr>
          <a:xfrm>
            <a:off x="1940118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0" name="Shape 8"/>
          <p:cNvSpPr/>
          <p:nvPr/>
        </p:nvSpPr>
        <p:spPr>
          <a:xfrm>
            <a:off x="3033423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1" name="Shape 9"/>
          <p:cNvSpPr/>
          <p:nvPr/>
        </p:nvSpPr>
        <p:spPr>
          <a:xfrm>
            <a:off x="3033423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033423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26727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126727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26727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4619" y="2482795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7923" y="4669403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071315" y="3576099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坚持 30 秒 → TIME UP!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无（比分数）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地鼠 +10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鼠标左键点击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"MOLE PANG" → 游戏 → 结果 · 斜俯视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12~14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15~21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22~26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27~29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30~31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32~33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ClickHit.cs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向点击的物体发信号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Mole.cs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地鼠升降 · 被击中加分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MoleSpawner.cs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随机让地鼠冒出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66560" y="448056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A2F36"/>
          </a:solidFill>
          <a:ln/>
        </p:spPr>
      </p:sp>
      <p:sp>
        <p:nvSpPr>
          <p:cNvPr id="42" name="Shape 40"/>
          <p:cNvSpPr/>
          <p:nvPr/>
        </p:nvSpPr>
        <p:spPr>
          <a:xfrm>
            <a:off x="6830202" y="4544202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0" y="4480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44439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M_Hole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74573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洞（深色）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75520" y="44439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2A2F36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底板和 9 个洞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一个物体。从上到下依次制作（1/2）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Board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8, 0.2, 8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Holes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装洞的分组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Hole_1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-2.5, 0.11, 2.5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1.6, 0.02, 1.6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M_Hole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Hole_2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0, 0.11, 2.5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1.6, 0.02, 1.6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M_Hole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Hole_3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2.5, 0.11, 2.5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1.6, 0.02, 1.6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M_Hole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Hole_4 ~ 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 · Y 0.11 · Z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1.6, 0.02, 1.6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M_Hole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复制 1~3 只改 Z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Hole_7 ~ 9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 · Y 0.11 · Z -2.5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1.6, 0.02, 1.6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M_Hole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Z = -2.5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9 只地鼠（藏在底板下面）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一个物体。从上到下依次制作（2/2）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Moles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地鼠分组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Mole_1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-2.5, -1.2,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Y −1.2 = 藏起高度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Mole_2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-1.2,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Mole_3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2.5, -1.2,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Mole_4 ~ 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 · Y -1.2 · Z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与洞相同 X · Z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Mole_7 ~ 9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 · Y -1.2 · Z -2.5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MoleSpawner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让地鼠冒出的管理者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地鼠藏在底板下，在 Scene 视图中暂时关闭底板（取消 Inspector 最上方的勾）才能看到。确认后重新打开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(0, 9, -7)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(50,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9498" y="2031558"/>
            <a:ext cx="2703443" cy="2703443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6050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6050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6050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0876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3" name="Shape 21"/>
          <p:cNvSpPr/>
          <p:nvPr/>
        </p:nvSpPr>
        <p:spPr>
          <a:xfrm>
            <a:off x="9490876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4" name="Shape 22"/>
          <p:cNvSpPr/>
          <p:nvPr/>
        </p:nvSpPr>
        <p:spPr>
          <a:xfrm>
            <a:off x="9490876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5702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5702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35702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9592255" y="2369489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37081" y="4059141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747429" y="3214315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"MOLE PANG"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"CLICK THE MOLES!"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"TIME UP!"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UP!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✓ 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秒后确认结果画面和 RETRY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把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Inspector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向被点击的物体发送 “OnClicked” 消息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Mole_1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Mole_9 →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一次挂到 9 只上。数值保持默认（Score 10 · Up Height 1.5 · Stay Time 0.8）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把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Inspector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右上角的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（锁定）→ 点 Mole_1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Mole_9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9161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9622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16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3446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保持选中，拖到 Inspector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字样上 → 再点一次锁（解锁）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15734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Moles 下出现 Element 0 ~ 8 即成功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ClickHit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A 第6周版：向被点击的物体发送 OnClicked 消息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挂载位置：Main Camera（用此内容替换第5周的文件）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ClickHit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 mouse = Mouse.current;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(mouse.leftButton.wasPressedThisFrame)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Vector2 screenPos = mouse.position.ReadValue();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Ray ray = Camera.main.ScreenPointToRay(screenPos);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(Physics.Raycast(ray, out RaycastHit hit))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被点中的物体如有 OnClicked 就执行（Mole · Tile）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hit.collider.SendMessage("OnClicked",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SendMessageOptions.DontRequireReceiver);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ClickHit.cs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Mole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一只地鼠（金地鼠 · 炸弹也用同一脚本，只改分数）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挂载位置：藏在洞下面的每个地鼠 Capsule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Mole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冒出的高度 · 停留时间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upHeight = 1.5f;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stayTime = 0.8f;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isUp;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downPos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由 MoleSpawner 调用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PopUp()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(!isUp) StartCoroutine(UpAndDown());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UpAndDown()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 + Vector3.up * upHeight;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WaitForSeconds(stayTime);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ClickHit 发送的消息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OnClicked()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(!isUp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StopAllCoroutines();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hitPos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gm.PlaySfx(hitClip);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hitPos);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MoleSpawner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随机让地鼠冒出，越到后面越快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MoleSpawner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MoleSpawner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把所有地鼠拖进来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Mole[] moles;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startInterval = 1.2f;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endInterval = 0.6f;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interval = startInterval;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MoleSpawner.cs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(GameManager.IsPlaying &amp;&amp; moles.Length &gt;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Mole mole = moles[Random.Range(0, moles.Length)];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mole.PopUp();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从 0（开始）到 1（结束），间隔逐渐缩短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(gm.timeLimit &gt;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float progress = 1f - gm.TimeLeft / gm.timeLimit;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interval = Mathf.Lerp(startInterval, endInterval, progress);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return new WaitForSeconds(interval);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MoleSpawner.cs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坚持 30 秒 → TIME UP!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无（比分数）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地鼠 +10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后地鼠冒出又缩回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点击冒出的地鼠 → 消失，SCORE +10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越往后冒得越频繁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秒后 TIME UP! + 分数 → RETRY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点了不加分 → Main Camera 上有没有 ClickHit，地鼠有没有 Capsule Collider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（可选）金地鼠：选一只 Mole，Score 50 · Stay Time 0.5 · 换材质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Clip（结束提示音）·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Mole_1 ~ 9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Hit Clip（啵！）· Hit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MolePang.exe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MolePang_Data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MolePang.exe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ClickHit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Hole_1 ~ Hole_9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Mole_1 ~ Mole_9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Mole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MoleSpawner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MoleSpawner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本游戏：点了不加分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 Camera 上有没有 ClickHit，地鼠有没有 Capsule Collider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2026-10-19T05:50:54Z</dcterms:created>
  <dcterms:modified xsi:type="dcterms:W3CDTF">2026-10-19T05:50:54Z</dcterms:modified>
</cp:coreProperties>
</file>