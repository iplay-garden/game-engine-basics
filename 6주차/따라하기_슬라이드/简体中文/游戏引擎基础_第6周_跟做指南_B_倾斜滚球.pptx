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34efa59f-8a6e-9fe3-c079-bfa64944a76a}">
          <p14:sldIdLst>
            <p14:sldId id="256"/>
            <p14:sldId id="257"/>
            <p14:sldId id="258"/>
          </p14:sldIdLst>
        </p14:section>
        <p14:section name="STEP 1" id="{020de048-0b9b-b711-bf85-8862d7914454}">
          <p14:sldIdLst>
            <p14:sldId id="259"/>
            <p14:sldId id="260"/>
            <p14:sldId id="261"/>
          </p14:sldIdLst>
        </p14:section>
        <p14:section name="STEP 2" id="{1d1f9ac4-e40d-bf2f-2390-6db0d43a0ca3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5b5a5b26-3ef2-1bad-5e53-b07b8690e2ab}">
          <p14:sldIdLst>
            <p14:sldId id="267"/>
            <p14:sldId id="268"/>
            <p14:sldId id="269"/>
          </p14:sldIdLst>
        </p14:section>
        <p14:section name="STEP 4" id="{0cc9115f-793c-8d85-2ac8-0192bc024630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58d80422-e184-3e9d-f9fc-8d16398e0184}">
          <p14:sldIdLst>
            <p14:sldId id="277"/>
            <p14:sldId id="278"/>
            <p14:sldId id="279"/>
            <p14:sldId id="280"/>
          </p14:sldIdLst>
        </p14:section>
        <p14:section name="STEP 6" id="{1aded2d8-c646-b9fb-73ec-4f6a576daae8}">
          <p14:sldIdLst>
            <p14:sldId id="281"/>
            <p14:sldId id="282"/>
            <p14:sldId id="283"/>
          </p14:sldIdLst>
        </p14:section>
        <p14:section name="STEP 7" id="{4db1a2b6-6b97-5c97-c109-dc9e1b3e647a}">
          <p14:sldIdLst>
            <p14:sldId id="284"/>
            <p14:sldId id="285"/>
          </p14:sldIdLst>
        </p14:section>
        <p14:section name="收尾" id="{51b7d5ca-6f2b-46ac-5e89-e15e13ef23bb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B · 倾斜滚球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B · 倾斜滚球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B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倾斜滚球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倾斜底板，把球滚到迷宫尽头的终点。上边没有墙，可能掉下去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678466" y="2192235"/>
            <a:ext cx="3409627" cy="3409627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610274" y="2124043"/>
            <a:ext cx="68193" cy="354601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5088094" y="2124043"/>
            <a:ext cx="68193" cy="354601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1610274" y="5601862"/>
            <a:ext cx="3546012" cy="68193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1678466" y="4357348"/>
            <a:ext cx="2386739" cy="102289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2701355" y="3334460"/>
            <a:ext cx="2386739" cy="102289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2072" y="2499102"/>
            <a:ext cx="409155" cy="409155"/>
          </a:xfrm>
          <a:prstGeom prst="ellipse">
            <a:avLst/>
          </a:prstGeom>
          <a:solidFill>
            <a:srgbClr val="239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87622" y="4988129"/>
            <a:ext cx="204578" cy="20457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78466" y="2089946"/>
            <a:ext cx="3409627" cy="9144"/>
          </a:xfrm>
          <a:prstGeom prst="line">
            <a:avLst/>
          </a:prstGeom>
          <a:noFill/>
          <a:ln w="25400">
            <a:solidFill>
              <a:srgbClr val="D0444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球碰到终点 → GOAL!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掉出底板 · 超过 60 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剩余秒数 × 10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 A S D 或方向键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"TILT BALL" → 游戏 → 结果 · 斜俯视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12~14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15~21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22~25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26~28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29~30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31~32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TiltBoard.cs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倾斜底板（第5周配方）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EndZone.cs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进入即以成功 · 失败结束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会倾斜的底板（Board 及子物体）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一个物体。从上到下依次制作（1/2）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Board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必须是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Floor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10, 0.2, 10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Wall_L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-5.1, 0.4, 0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0.2, 0.6, 10.4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Wall_R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5.1, 0.4, 0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0.2, 0.6, 10.4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Wall_B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0.4, -5.1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10.4, 0.6, 0.2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上方（Z+）没有墙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Wall_1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-1.5, 0.4, -1.5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7, 0.6, 0.3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迷宫墙 · 右边留口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Wall_2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1.5, 0.4, 1.5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7, 0.6, 0.3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迷宫墙 · 左边留口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Goal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3.5, 0.35, 3.5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1.2, 0.3, 1.2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M_Goal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终点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424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做子物体：把物体拖到 Hierarchy 中的 Board 上，缩进后即成为子物体。然后再输入位置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球和坠落区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一个物体。从上到下依次制作（2/2）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Ball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-3.5, 1, -3.5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0.6, 0.6, 0.6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不是 Board 的子物体！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FallZone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-4,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40, 1, 40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底板下方的大区域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FallZone 在 STEP 6 中设为不可见（取消 Mesh Renderer）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(0, 11, -9)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(50,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3864" y="2144965"/>
            <a:ext cx="2634712" cy="2634712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1170" y="2092271"/>
            <a:ext cx="52694" cy="274010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78576" y="2092271"/>
            <a:ext cx="52694" cy="274010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1170" y="4779677"/>
            <a:ext cx="2740100" cy="52694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3864" y="3818007"/>
            <a:ext cx="1844298" cy="79041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4278" y="3027594"/>
            <a:ext cx="1844298" cy="79041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25286" y="2382089"/>
            <a:ext cx="316165" cy="316165"/>
          </a:xfrm>
          <a:prstGeom prst="ellipse">
            <a:avLst/>
          </a:prstGeom>
          <a:solidFill>
            <a:srgbClr val="2390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760029" y="4305429"/>
            <a:ext cx="158083" cy="158083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3864" y="2065924"/>
            <a:ext cx="2634712" cy="9144"/>
          </a:xfrm>
          <a:prstGeom prst="line">
            <a:avLst/>
          </a:prstGeom>
          <a:noFill/>
          <a:ln w="25400">
            <a:solidFill>
              <a:srgbClr val="D04444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"TILT BALL"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"W A S D : TILT THE BOARD"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"GOAL!"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GOAL!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秒后确认结果画面和 RETRY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Board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把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TiltBoard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Inspector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会自动加上 Rigidbody，脚本会打开 Is Kinematic · Max Angle 12 · Tilt Speed 40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Collision Detection = Continuous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Player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Capsule Collider 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Win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13321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Per Second 10（默认）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693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35154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4693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48767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FallZone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Box Collider 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取消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（不勾 Is Win）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Inspector 最上方名称下面。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Collider 组件里。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TiltBoard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与第5周操作配方相同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C：倾斜底板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Board（底板 · 墙作为子物体）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TiltBoard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最大倾斜角度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maxAngle = 12f;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每秒倾斜角度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tiltSpeed = 40f;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angleX, angleZ;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TiltBoard.cs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angleX += v * tiltSpeed *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angleZ -= h * tiltSpeed *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angleX = Mathf.Clamp(angleX, -maxAngle, maxAngle);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angleZ = Mathf.Clamp(angleZ, -maxAngle, maxAngle);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rb.MoveRotation(Quaternion.Euler(angleX, 0f, angleZ));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TiltBoard.cs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EndZone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通用：球（Player 标签）进入时结束游戏的区域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终点勾选 Is Win，坠落区不勾选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挂载位置：Collider 勾选了 Is Trigger 的物体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EndZone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isWin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成功时每剩余 1 秒的奖励分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bonusPerSecond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gm.AddScore(Mathf.CeilToInt(gm.TimeLeft) * bonusPerSecond);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gm.SpawnFx(effect, other.transform.position);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gm.EndGame(isWin);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EndZone.cs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球碰到终点 → GOAL!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掉出底板 · 超过 60 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剩余秒数 × 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标题画面时球不滚动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 A S D 倾斜底板，墙一起倾斜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碰到终点 → GOAL! + 剩余时间奖励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从上边掉下去或超过 60 秒 →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终点没反应 → 检查球 Tag = Player、Goal 的 Is Trigger。墙不跟着倾斜 → 墙是否是 Board 的子物体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（可选）加更多迷宫墙或移动终点来调整难度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Goal (EndZone)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Clip（进球音效）· Effect（FX_Win）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FallZone (EndZone)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Clip（掉落音）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TiltBall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TiltBall.exe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TiltBall_Data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TiltBall.exe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TiltBoard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Floor · Wall_L · Wall_R · Wall_B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Wall_1 · Wall_2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Goal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EndZone (Is Win ✓)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Rigidbody · Tag Player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FallZone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EndZone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本游戏：终点没反应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检查球 Tag = Player、Goal 的 Is Trigger。墙不跟着倾斜 → 墙是否是 Board 的子物体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2026-10-19T05:50:54Z</dcterms:created>
  <dcterms:modified xsi:type="dcterms:W3CDTF">2026-10-19T05:50:54Z</dcterms:modified>
</cp:coreProperties>
</file>