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5f379b16-f1a1-098e-491e-d121702ac28e}">
          <p14:sldIdLst>
            <p14:sldId id="256"/>
            <p14:sldId id="257"/>
            <p14:sldId id="258"/>
          </p14:sldIdLst>
        </p14:section>
        <p14:section name="STEP 1" id="{3efa22f2-5357-fad7-e63c-ecf0a3a76e9d}">
          <p14:sldIdLst>
            <p14:sldId id="259"/>
            <p14:sldId id="260"/>
            <p14:sldId id="261"/>
          </p14:sldIdLst>
        </p14:section>
        <p14:section name="STEP 2" id="{bbf18d44-40cd-82fe-3171-3c00746c4812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009aa048-b818-3bdb-ef84-9c5d63ff5084}">
          <p14:sldIdLst>
            <p14:sldId id="267"/>
            <p14:sldId id="268"/>
            <p14:sldId id="269"/>
          </p14:sldIdLst>
        </p14:section>
        <p14:section name="STEP 4" id="{beb22557-aaf0-fd2e-1c4f-5473d431bf76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c0b401aa-699a-68bc-e5f6-d156ecd5bab8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STEP 6" id="{38bff778-2136-7505-3843-3c539b44423f}">
          <p14:sldIdLst>
            <p14:sldId id="284"/>
            <p14:sldId id="285"/>
            <p14:sldId id="286"/>
          </p14:sldIdLst>
        </p14:section>
        <p14:section name="STEP 7" id="{79d0afb1-433f-8a8e-1ccd-0fe9331393de}">
          <p14:sldIdLst>
            <p14:sldId id="287"/>
            <p14:sldId id="288"/>
          </p14:sldIdLst>
        </p14:section>
        <p14:section name="收尾" id="{c9039a19-cad5-ae70-abd1-846821214a3d}">
          <p14:sldIdLst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C · 打砖块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C · 打砖块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跟做指南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东明大学 游戏美术系 · 游戏引擎基础 · 游戏 C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打砖块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从新建项目到打包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从头按顺序跟着做，就能完成一个可以用 .exe 运行、能完整玩一局的游戏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基准版本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任课教师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朴炡垣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完成后是这样的游戏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用挡板接球反弹，打碎全部 15 块砖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1795112" y="1941897"/>
            <a:ext cx="3176337" cy="3705726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1662764" y="1941897"/>
            <a:ext cx="132347" cy="370572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Shape 6"/>
          <p:cNvSpPr/>
          <p:nvPr/>
        </p:nvSpPr>
        <p:spPr>
          <a:xfrm>
            <a:off x="4971448" y="1941897"/>
            <a:ext cx="132347" cy="370572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9" name="Shape 7"/>
          <p:cNvSpPr/>
          <p:nvPr/>
        </p:nvSpPr>
        <p:spPr>
          <a:xfrm>
            <a:off x="1662764" y="1809549"/>
            <a:ext cx="3441032" cy="132347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1980398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2562726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3145055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3727383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9712" y="225953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980398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2726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145055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3727383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09712" y="2497756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1980398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2726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3145055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727383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309712" y="2735981"/>
            <a:ext cx="476451" cy="158817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3118585" y="5197642"/>
            <a:ext cx="529389" cy="10587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0341" y="5038825"/>
            <a:ext cx="105878" cy="105878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砖块全部打完 → CLEAR!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球从下方漏掉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每块砖 +10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D 或 ← → 移动 · Space 发射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画面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"BRICK BREAKER" → 游戏 → 结果 · 俯视 · 正上方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流程与菜单名称说明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每完成一个 STEP 就 Ctrl + S。卡住时看最后的“遇到问题时”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菜单名称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菜单为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，与旧版资料中的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是同一个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 · 按钮为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。有些版本显示为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TextMesh Pro - 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48170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41503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脚本不自己新建，使用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从云盘下载的文件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37547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36880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编辑器为准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内容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页码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新建项目 · 文件夹与场景 · 下载脚本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4~6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 · 摆放物体（照抄数字）· 摄像机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7~11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Canvas · 三个面板 · 文字和按钮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12~14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 · 连接槽位 · 按钮 · 场景列表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15~21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操作与规则脚本 · 试玩一局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22~28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声音 · 背景音 · 粒子 · 填槽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29~31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Player 设置 · Windows 打包 · 测试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32~33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完成检查 · 遇到问题时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34~35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新建项目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 Unity Hub 开始。这是这个游戏专用的项目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右上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确认上方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6000.3.x（6.3 LTS）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模板列表中选择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Universal 3D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第一次可能会出现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下载后继续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67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728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267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4500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BrickBreaker_学号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（例：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BrickBreaker_20251234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8439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只用英文 · 数字 · 下划线。不要中文 · 空格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1014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055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736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等待编辑器打开（几分钟）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首次打开的画面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中间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视图 · 旁边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下方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SampleScene 里已经有 Main Camera · Directional Light · Global Volume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整理文件夹与场景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自己做的东西全部放在 Assets/_Project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重复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建 7 个：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SampleScene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（模板默认文件夹）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下载脚本 · 确认输入设置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这个游戏需要的脚本就是下表这些。不要自己新建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云盘文件夹（게임엔진기초_6주차_스크립트）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 · 分数 · 时间 · 结果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PaddleMove.cs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挡板左右移动（第5周配方）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Ball.cs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发球 · 恒定速度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Brick.cs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打碎砖块 · 全打完成功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EndZone.cs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进入即以成功 · 失败结束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从云盘下载文件 → 从资源管理器拖到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36778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01167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只看不改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制作材质（Material）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颜色不是装饰，而是“表示角色”。只做下表中的材质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输入名称（例：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Inspector 中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右边的白色框 → 在颜色窗口的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栏输入表中的值 → 关闭窗口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用同样方法做完表中所有材质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地面 · 墙 · 其余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我操控的东西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要击中或躲开的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要到达 · 要守护的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制作物体的通用方法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按这个方法逐行做出后面表格中的物体。数字照抄到 Inspector 的 Transform 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图形：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（或 Sphere · Capsule · Cylinder）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空物体：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（Ctrl + Shift + N）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做好后马上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输入表中的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名称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Position · Rotation · Scale 栏输入表中的数字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“—” 表示保持默认（Rotation 0, 0, 0 · Scale 1, 1, 1）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材质：把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Hierarchy 的物体上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表示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：做好后在 Hierarchy 中拖到上面的父物体上 → 然后再输入数字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08419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子物体的 Position 是相对父物体的坐标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0207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44816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4020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42036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多个相同物体：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 → 只改名称 · 数字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快捷键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移动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旋转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缩放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聚焦选中物体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重命名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撤销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地面 · 墙 · 挡板 · 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一个物体。从上到下依次制作（1/2）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Floor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-0.1,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12, 0.2, 14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Wall_L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-6.25, 0.5, 0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0.5, 1, 14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Wall_R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6.25, 0.5, 0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0.5, 1, 14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Wall_T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0, 0.5, 7.25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13, 1, 0.5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Paddle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0.5, -5.5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2, 0.5, 0.4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M_Player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Ball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0.5, -4.9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0.4, 0.4, 0.4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M_Player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与挡板同 Y = 0.5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DeadZone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0.5, -7.5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挡板下方画面外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15 块砖（5 列 × 3 行）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一个物体。从上到下依次制作（2/2）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Bricks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砖块分组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Brick_01 ~ 05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X: -4.4 · -2.2 · 0 · 2.2 · 4.4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1.8, 0.5, 0.6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Y 0.5 · Z 5.5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Brick_06 ~ 10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X 相同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1.8, 0.5, 0.6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Y 0.5 · Z 4.6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Brick_11 ~ 15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X 相同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1.8, 0.5, 0.6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Y 0.5 · Z 3.7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248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31418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23951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快速做法：在 (-4.4, 0.5, 5.5) 做 Brick_01，Ctrl+D 复制 4 个只改 X → 全选这 5 个 Ctrl+D → Z 改为 4.6 → 再来一次改为 3.7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固定摄像机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这个游戏的摄像机不动。用数字一次设好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标签上方的比例框（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 (0, 15, 0)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Rotation (90,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Camera 组件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Projection = Orthographic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Size = 7.5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87065"/>
            <a:ext cx="640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像平面图一样没有透视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标签确认 → 与前面“完成后”的布局一样即成功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533999" y="1951522"/>
            <a:ext cx="2454442" cy="2863516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24" name="Shape 22"/>
          <p:cNvSpPr/>
          <p:nvPr/>
        </p:nvSpPr>
        <p:spPr>
          <a:xfrm>
            <a:off x="8431731" y="1951522"/>
            <a:ext cx="102268" cy="286351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88441" y="1951522"/>
            <a:ext cx="102268" cy="286351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6" name="Shape 24"/>
          <p:cNvSpPr/>
          <p:nvPr/>
        </p:nvSpPr>
        <p:spPr>
          <a:xfrm>
            <a:off x="8431731" y="1849254"/>
            <a:ext cx="2658979" cy="102268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7" name="Shape 25"/>
          <p:cNvSpPr/>
          <p:nvPr/>
        </p:nvSpPr>
        <p:spPr>
          <a:xfrm>
            <a:off x="8677175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9127156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7137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27118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77099" y="2196966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8677175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9127156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9577137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27118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77099" y="2381049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8677175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9127156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77137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27118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77099" y="2565133"/>
            <a:ext cx="368166" cy="122722"/>
          </a:xfrm>
          <a:prstGeom prst="rect">
            <a:avLst/>
          </a:prstGeom>
          <a:solidFill>
            <a:srgbClr val="D0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9556683" y="4467325"/>
            <a:ext cx="409074" cy="8181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43" name="Shape 41"/>
          <p:cNvSpPr/>
          <p:nvPr/>
        </p:nvSpPr>
        <p:spPr>
          <a:xfrm>
            <a:off x="9720313" y="4344603"/>
            <a:ext cx="81815" cy="81815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输入了数字但画面不同 → 再确认 Rotation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· Y · Z 顺序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Canvas 并设定画面尺寸基准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所有 UI 都放在 Canvas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会同时生成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，不要删除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弹出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完成后关闭 → 刚生成的文字可以删除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Scene 视图上方的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双击 Canvas 可看到整个 UI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做完后再关掉 2D 按钮即回到 3D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· 韩文会显示成方块（□）。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默认 TMP 字体里没有这些字。UI 文字请用英文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三个面板 = 三个画面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名称请完全一致。文字照着输入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"BRICK BREAKER"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"A D : MOVE   SPACE : LAUNCH"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背景透明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"CLEAR!"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三次 → 分别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改名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点击 Image 组件的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（透明度）设为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 · 文字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在子物体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中改文字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定位置 — 先选锚点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按住 Alt + Shift 点击 Rect Transform 左上方块（Anchor Presets），位置也会一起贴过去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物体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锚点（Alt + Shift）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 X · Pos Y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Width × Height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Font Size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-260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GuideText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bottom-center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200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 × 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40（按钮文字）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top-left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top-right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900 × 70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1000 × 100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 X · Pos Y 在贴好锚点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之后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输入。文字居中：TextMeshPro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中间按钮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GameManager 物体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负责游戏开始 · 分数 · 时间 · 结束的管理者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搜索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选择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取消勾选 Play On Awake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这是音效扬声器。AudioClip 留空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GameManager 物体的 Inspector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后面几页代码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仅供阅读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。下载了文件就不需要照着打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代码要看的地方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START 按钮调用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AddScore(分数)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加分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以成功 · 失败结束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RETRY 按钮调用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通用：标题 → 游戏 → 结果流程，分数 · 时间 · 音效 · 特效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 表示不限时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勾选：时间到即成功（像打地鼠这种坚持型游戏）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标题画面时暂停时间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打包后按 ESC 退出（编辑器中无效）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连接到标题画面的 START 按钮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成功传 true，失败传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RETRY 按钮（跳过标题直接重开）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TITLE 按钮（可选）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 Inspector 槽位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选中 GameManager，把 Hierarchy 中的物体拖到同名槽位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分组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槽位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放入 · 数值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Panels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Texts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CLEAR!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 OVER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 Limit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（不限时）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When Time Up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不勾选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Sound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Sfx Source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拖入同一物体上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组件的标题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 6 再填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也可以点击槽位右侧的小圆圈按钮从列表中选择。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连接按钮 · 登记场景列表 · 第一次测试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为每个按钮指定“按下时调用 GameManager 的哪个函数”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Button 组件下方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拖到新出现的槽（None (Object)）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同样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→ 关闭窗口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要重新加载场景，场景必须在列表里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点击上方中间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START → HUD → 再按 ▶ 停止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这个游戏不限时，结果画面在 STEP 5 确认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标题画面时什么都不动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→ 标题消失，出现 SCORE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Console 没有红色错误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停止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挂脚本并输入数值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从上到下依次进行。要拖的脚本在 Project 的 _Project/Scripts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Physics Material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PM_Bounce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Dynamic Friction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Static Friction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Bounciness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Friction Combine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Minimum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Bounce Combine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Maximum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147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607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147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299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Paddle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PaddleMove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Speed 10 · Limit X 5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82676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7285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8267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4505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Ball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（自动加 Rigidbody）→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Paddle 槽 ← 拖入 Paddle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Speed 8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67939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 ▾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Sphere Collider 的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Material ← PM_Bounce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041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45019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404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42239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 Brick_01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Shift + 点击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Brick_15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9161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96225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16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93446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DeadZone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Box Collider 勾选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Trigger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取消 Mesh Renderer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（不勾 Is Win）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 ▾ → Player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在 Inspector 最上方名称下面。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Trigger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在 Collider 组件里。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PaddleMove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与第5周操作配方相同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配方 B：键盘左右移动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挂载位置：挡板 · 篮子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PaddleMove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每秒移动距离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从中心(X=0)到左右边界的距离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limitX = 4f;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dir;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PaddleMove.cs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(kb.aKey.isPressed || kb.leftArrowKey.isPressed) dir -=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(kb.dKey.isPressed || kb.rightArrowKey.isPressed) dir +=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pos = rb.position;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pos.x += dir * speed * Time.fixedDeltaTime;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pos.x = Mathf.Clamp(pos.x, -limitX, limitX);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rb.MovePosition(pos);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PaddleMove.cs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Ball — 代码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打砖块的球：按 Space 发射，始终以相同速度反弹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挂载位置：球 Sphere（Tag = Player）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Ball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发射前球跟随的挡板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 paddle;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Vector3 offset = new Vector3(0f, 0f, 0.6f);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bounceClip;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launched;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rb.useGravity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rb.collisionDetectionMode = CollisionDetectionMode.Continuous;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rb.constraints = RigidbodyConstraints.FreezePositionY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| RigidbodyConstraints.FreezeRotation;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Ball.cs  1/3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(launched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发射前粘在挡板上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paddle.position + offset;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kb.spaceKey.wasPressedThisFrame)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launched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rb.isKinematic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rb.linearVelocity = new Vector3(0.5f, 0f, 1f).normalized * speed;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(!launched) return;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Ball.cs  2/3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Ball — 代码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v = rb.linearVelocity;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v.y = 0f;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防止球只在左右来回、永远打不完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minZ = 0.3f;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(v.sqrMagnitude &lt; 0.01f) v = Vector3.forward;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v.normalized;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(Mathf.Abs(v.z) &lt; minZ) v.z = v.z &gt;= 0f ? minZ : -minZ;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v.normalized * speed;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OnCollisionEnter(Collision collision)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GameManager.Instance.PlaySfx(bounceClip);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根据打在挡板的位置改变反弹角度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(collision.gameObject.GetComponent&lt;PaddleMove&gt;() != null)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Transform p = collision.transform;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half = p.localScale.x * 0.5f;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x = (transform.position.x - p.position.x) / half;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 = Mathf.Clamp(x, -1f, 1f);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rb.linearVelocity = new Vector3(x, 0f, 1f).normalized * speed;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Ball.cs  3/3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Brick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砖块：被球击中就消失，全部消失即成功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挂载位置：每个砖块 Cube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Brick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breakClip;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breakEffect;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剩余砖块数（自动计数）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int remaining;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OnEnable()  { remaining++;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OnDisable() { remaining--;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Brick.cs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OnCollisionEnter(Collision collision)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(!collision.gameObject.CompareTag("Player"))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gm.AddScore(score);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gm.PlaySfx(breakClip);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gm.SpawnFx(breakEffect, 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gameObject.SetActive(false);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Destroy(gameObject);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(remaining &lt;= 0) gm.EndGame(true);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Brick.cs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EndZone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通用：球（Player 标签）进入时结束游戏的区域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终点勾选 Is Win，坠落区不勾选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挂载位置：Collider 勾选了 Is Trigger 的物体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EndZone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isWin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成功时每剩余 1 秒的奖励分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bonusPerSecond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OnTriggerEnter(Collider other)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(!other.CompareTag("Player")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gm.AddScore(Mathf.CeilToInt(gm.TimeLeft) * bonusPerSecond);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gm.SpawnFx(effect, other.transform.position);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gm.EndGame(isWin);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EndZone.cs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试玩一局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 ▶ Play 亲自玩。赢一局、输一局各一次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砖块全部打完 → CLEAR!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球从下方漏掉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每块砖 +10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后球粘在挡板上跟着走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Space → 发射，以相同速度持续反弹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砖块被打碎 +10，15 块全打完 CLEAR!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漏球 →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球越来越慢或贴墙滑 → 确认 PM_Bounce 是否放进球的 Sphere Collider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（可选）增加砖块行数或提高 Speed 调整难度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做到这里，“完整一局”和“三个画面”就完成了。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 · 备份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获取声音 · 导入 · 扬声器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一定要记下来源（发表时要说）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去哪里找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（kenney.nl）— CC0，可不标注来源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33218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按按钮生成音效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357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音效 · 音乐，确认许可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背景音扬声器（新建）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AudioClip = 背景音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把下载的 .wav · .ogg · .mp3 拖进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名称用英文（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0021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9743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不要删除 Main Camera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（耳朵）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炸一下就消失的粒子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做一个 FX_Hit，再复制一个只改颜色的 FX_Win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位置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值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Main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Duration · Looping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取消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0.4 · 4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Color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适合游戏的颜色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Stop Action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（播完自动删除）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Emission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Rate over Time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Bursts 的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+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 · Radius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按左表设置 → 在 Scene 视图确认“噗”地炸开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FX_Hit 拖到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删除 Hierarchy 中的 FX_Hit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Project 中的 FX_Hit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双击打开修改 Start Color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填槽 — 这个游戏的声音 · 特效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声音拖 _Project/Audio 中的文件，特效拖 _Project/Prefabs 中的 FX_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要选中的物体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要填的槽 → 放入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Ball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Bounce Clip（咚）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Brick_01 ~ 15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Break Clip（啪！）· Break Effect（FX_Hit）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DeadZone (EndZone)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Clip（漏球音）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留空也不会报错。先填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设置 → 用 Windows 打包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发表用打包好的 .exe。第一次打包要几分钟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最上方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BrickBreaker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就是 exe 的名字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展开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退出（GameManager 里已写好）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左侧选择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名字旁没有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时先点右下角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Platform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· 编号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右下角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在项目文件夹里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新建文件夹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并选择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绝对不要建在 Assets 文件夹里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打包结果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BrickBreaker.exe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运行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BrickBreaker_Data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可删除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只复制 .exe 无法运行。请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 Build 文件夹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一起移动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运行确认 · 压缩 · 在别的电脑测试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不要等到发表当天才第一次运行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 Build 文件夹中的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BrickBreaker.exe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玩一局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“Windows 已保护你的电脑”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更多信息 → 仍要运行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自己做的程序没有签名，这是正常提示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文件夹则删除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Build 文件夹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压缩(ZIP)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게임엔진기초_6주차_学号_姓名.zip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解压到别的文件夹或别的电脑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再运行一次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打包成功标志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 Unity 后只用 .exe 也能运行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从标题画面开始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有声音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· ESC 正常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完成检查 — Hierarchy 与必做四项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我的 Hierarchy 与左边一样，结构就完成了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完成的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 (Orthographic)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· Wall_L · Wall_R · Wall_T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Paddle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PaddleMove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Ball · Tag Player · PM_Bounce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Bricks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Brick_01 ~ Brick_15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Brick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DeadZone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EndZone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完整一局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→ 游戏 → 结果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· HUD · 结果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失败有声音 + 特效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 打包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.exe 在别的电脑运行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遇到问题时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双击 Console 的红色错误会跳到出错行。先解决最上面的</a:t>
            </a:r>
            <a:endParaRPr lang="en-US" sz="15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这种情况 · 信息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原因 → 解决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做 STEP 4 的场景列表登记（Build Profiles &gt; Open Scene List &gt; Add Open Scenes）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Inspector 槽为空 → 找到信息里提到的槽并填好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选中 EventSystem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按钮没反应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On Click 是否连接 GameManager 和函数 · 有没有 EventSystem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文字显示成 □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 · 韩文 → 改英文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判定（终点 · 坠落 · 出口等）没反应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球 Tag = Player · 勾选 Is Trigger · 球有 Rigidbody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 Play 物体就弹开或掉下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再确认表中的 Position · Scale（重叠或悬空）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本游戏：球越来越慢或贴墙滑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确认 PM_Bounce 是否放进球的 Sphere Collider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2026-10-19T05:50:54Z</dcterms:created>
  <dcterms:modified xsi:type="dcterms:W3CDTF">2026-10-19T05:50:54Z</dcterms:modified>
</cp:coreProperties>
</file>