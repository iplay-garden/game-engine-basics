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8cc3726a-7cbf-483f-6856-ddee3637443d}">
          <p14:sldIdLst>
            <p14:sldId id="256"/>
            <p14:sldId id="257"/>
            <p14:sldId id="258"/>
          </p14:sldIdLst>
        </p14:section>
        <p14:section name="STEP 1" id="{83c34dee-7375-da64-9a58-eed913ae144d}">
          <p14:sldIdLst>
            <p14:sldId id="259"/>
            <p14:sldId id="260"/>
            <p14:sldId id="261"/>
          </p14:sldIdLst>
        </p14:section>
        <p14:section name="STEP 2" id="{928d7fa3-9d83-c126-379d-648b35c048bc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d97ea0af-f752-d632-2dba-839199962a23}">
          <p14:sldIdLst>
            <p14:sldId id="267"/>
            <p14:sldId id="268"/>
            <p14:sldId id="269"/>
          </p14:sldIdLst>
        </p14:section>
        <p14:section name="STEP 4" id="{92ac5e61-3899-9a56-4b9c-6b08e185559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5a11a364-0df3-be4f-58a8-e5234a8d1539}">
          <p14:sldIdLst>
            <p14:sldId id="277"/>
            <p14:sldId id="278"/>
            <p14:sldId id="279"/>
            <p14:sldId id="280"/>
            <p14:sldId id="281"/>
          </p14:sldIdLst>
        </p14:section>
        <p14:section name="STEP 6" id="{ed01f0f2-b11b-3eb1-5aa1-8ae9a1028389}">
          <p14:sldIdLst>
            <p14:sldId id="282"/>
            <p14:sldId id="283"/>
            <p14:sldId id="284"/>
          </p14:sldIdLst>
        </p14:section>
        <p14:section name="STEP 7" id="{3cbe32ad-27e4-49b0-73fb-be309ab01b66}">
          <p14:sldIdLst>
            <p14:sldId id="285"/>
            <p14:sldId id="286"/>
          </p14:sldIdLst>
        </p14:section>
        <p14:section name="收尾" id="{fac2ee50-48ab-92ec-cc5b-dd99d79a9f21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D · 投石车推塔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D · 投石车推塔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跟做指南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· 游戏 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投石车推塔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从新建项目到打包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从头按顺序跟着做，就能完成一个可以用 .exe 运行、能完整玩一局的游戏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完成后是这样的游戏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Space 蓄力后松开发射，把塔顶的王冠打下来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398264"/>
            <a:ext cx="5486400" cy="5486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23944"/>
            <a:ext cx="274320" cy="27432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1353312" y="3904488"/>
            <a:ext cx="219456" cy="21945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9" name="Shape 7"/>
          <p:cNvSpPr/>
          <p:nvPr/>
        </p:nvSpPr>
        <p:spPr>
          <a:xfrm>
            <a:off x="4878324" y="412394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5166360" y="412394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5454396" y="412394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2342" y="384962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10378" y="384962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66360" y="357530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21224" y="3246120"/>
            <a:ext cx="164592" cy="329184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1600200" y="3218688"/>
            <a:ext cx="1508760" cy="630936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08960" y="3218688"/>
            <a:ext cx="1865376" cy="192024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侧面布局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王冠掉到地上 → CLEAR!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次用完王冠还在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 + 剩余次数 × 100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按住 Space 后松开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"CROWN CATAPULT" → 游戏 → 结果 · 侧视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流程与菜单名称说明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每完成一个 STEP 就 Ctrl + S。卡住时看最后的“遇到问题时”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菜单名称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菜单为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，与旧版资料中的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是同一个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 · 按钮为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。有些版本显示为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TextMesh Pro -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48170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41503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脚本不自己新建，使用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从云盘下载的文件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37547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36880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编辑器为准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内容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页码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新建项目 · 文件夹与场景 · 下载脚本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4~6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摆放物体（照抄数字）· 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7~11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Canvas · 三个面板 · 文字和按钮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12~14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 · 连接槽位 · 按钮 · 场景列表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15~21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操作与规则脚本 · 试玩一局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22~26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背景音 · 粒子 · 填槽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27~29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 设置 · Windows 打包 · 测试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30~31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完成检查 · 遇到问题时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32~33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新建项目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 Unity Hub 开始。这是这个游戏专用的项目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确认上方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6000.3.x（6.3 LTS）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模板列表中选择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第一次可能会出现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下载后继续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67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728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6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4500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CrownCatapult_学号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CrownCatapult_20251234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8439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只用英文 · 数字 · 下划线。不要中文 · 空格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736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等待编辑器打开（几分钟）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首次打开的画面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视图 · 旁边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下方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SampleScene 里已经有 Main Camera · Directional Light · Global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整理文件夹与场景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自己做的东西全部放在 Assets/_Project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重复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建 7 个：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SampleScene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（模板默认文件夹）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下载脚本 · 确认输入设置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这个游戏需要的脚本就是下表这些。不要自己新建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云盘文件夹（게임엔진기초_6주차_스크립트）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分数 · 时间 · 结果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LaunchForce.cs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蓄力发射 · 3 次机会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Crown.cs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王冠掉下即成功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从云盘下载文件 → 从资源管理器拖到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6778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167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只看不改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制作材质（Material）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颜色不是装饰，而是“表示角色”。只做下表中的材质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右边的白色框 → 在颜色窗口的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栏输入表中的值 → 关闭窗口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用同样方法做完表中所有材质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 · 墙 · 其余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我操控的东西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要击中或躲开的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要到达 · 要守护的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制作物体的通用方法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按这个方法逐行做出后面表格中的物体。数字照抄到 Inspector 的 Transform 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Sphere · Capsule · Cylinder）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空物体：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（Ctrl + Shift + 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做好后马上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输入表中的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Position · Rotation · Scale 栏输入表中的数字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“—” 表示保持默认（Rotation 0, 0, 0 · Scale 1, 1, 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Hierarchy 的物体上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表示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：做好后在 Hierarchy 中拖到上面的父物体上 → 然后再输入数字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8419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子物体的 Position 是相对父物体的坐标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207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44816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2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036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多个相同物体：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 → 只改名称 · 数字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移动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旋转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缩放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聚焦选中物体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重命名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撤销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地面 · 发射台 · 发射物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一个物体。从上到下依次制作（1/2）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Floor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-0.1,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30, 0.2, 6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上表面 = Y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Launcher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-8, 0.5, 0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发射台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Projectile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-8, 1.4, 0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0.8, 0.8, 0.8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发射台上方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塔和王冠（Tower 的子物体）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一个物体。从上到下依次制作（2/2）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Tower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以下坐标相对 Tower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Block_01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-1.05, 0.5, 0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 层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Block_02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 层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Block_03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1.05, 0.5, 0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1 层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Block_04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-0.525, 1.5, 0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2 层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Block_05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0.525, 1.5, 0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2 层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Block_06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0, 2.5, 0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 3 层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Crown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Capsule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0, 3.6, 0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0.6, 0.6, 0.6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M_Goal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王冠 · 塔顶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7424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坐标之间留了 0.05 的缝。若重叠，一 Play 塔就会弹开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固定摄像机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这个游戏的摄像机不动。用数字一次设好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标签上方的比例框（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(-1, 3, -14)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Rotation (5,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标签确认 → 与前面“完成后”的布局一样即成功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3770528"/>
            <a:ext cx="3520440" cy="3520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1055" y="3594506"/>
            <a:ext cx="176022" cy="176022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657" y="3453689"/>
            <a:ext cx="140818" cy="14081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20540" y="3594506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05363" y="3594506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90186" y="3594506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12951" y="3418484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97775" y="3418484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05363" y="3242462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40567" y="3031236"/>
            <a:ext cx="105613" cy="211226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8617077" y="3013634"/>
            <a:ext cx="968121" cy="404851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585198" y="3013634"/>
            <a:ext cx="1196950" cy="123215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侧面布局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输入了数字但画面不同 → 再确认 Rotation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· Y · Z 顺序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Canvas 并设定画面尺寸基准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 UI 都放在 Canvas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会同时生成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，不要删除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弹出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完成后关闭 → 刚生成的文字可以删除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Scene 视图上方的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双击 Canvas 可看到整个 UI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做完后再关掉 2D 按钮即回到 3D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· 韩文会显示成方块（□）。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默认 TMP 字体里没有这些字。UI 文字请用英文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三个面板 = 三个画面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名称请完全一致。文字照着输入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"CROWN CATAPULT"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"HOLD SPACE &amp; RELEASE!"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背景透明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"CLEAR!"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三次 → 分别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改名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点击 Image 组件的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（透明度）设为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 · 文字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在子物体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中改文字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定位置 — 先选锚点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Alt + Shift 点击 Rect Transform 左上方块（Anchor Presets），位置也会一起贴过去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物体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锚点（Alt + Shift）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 X · Pos 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Width × Height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Font Size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-260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bottom-center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200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 × 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40（按钮文字）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top-left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top-right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 × 70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1000 × 100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 X · Pos Y 在贴好锚点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输入。文字居中：TextMeshPro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中间按钮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GameManager 物体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负责游戏开始 · 分数 · 时间 · 结束的管理者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取消勾选 Play On Awake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这是音效扬声器。AudioClip 留空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GameManager 物体的 Inspector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后面几页代码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仅供阅读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。下载了文件就不需要照着打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代码要看的地方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START 按钮调用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AddScore(分数)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加分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以成功 · 失败结束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RETRY 按钮调用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通用：标题 → 游戏 → 结果流程，分数 · 时间 · 音效 · 特效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表示不限时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勾选：时间到即成功（像打地鼠这种坚持型游戏）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标题画面时暂停时间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打包后按 ESC 退出（编辑器中无效）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连接到标题画面的 START 按钮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成功传 true，失败传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RETRY 按钮（跳过标题直接重开）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TITLE 按钮（可选）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 Inspector 槽位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选中 GameManager，把 Hierarchy 中的物体拖到同名槽位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槽位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放入 · 数值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Panels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Texts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CLEAR!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 OVER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Limit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（不限时）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When Time Up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不勾选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Sound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Sfx Source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拖入同一物体上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组件的标题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 6 再填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也可以点击槽位右侧的小圆圈按钮从列表中选择。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连接按钮 · 登记场景列表 · 第一次测试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为每个按钮指定“按下时调用 GameManager 的哪个函数”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Button 组件下方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拖到新出现的槽（None (Object)）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同样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→ 关闭窗口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要重新加载场景，场景必须在列表里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点击上方中间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START → HUD → 再按 ▶ 停止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这个游戏不限时，结果画面在 STEP 5 确认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标题画面时什么都不动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标题消失，出现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Console 没有红色错误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挂脚本并输入数值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从上到下依次进行。要拖的脚本在 Project 的 _Project/Scripts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Projectile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LaunchForce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（自动加 Rigidbody）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Max Power 15 · Charge Time 1.5 · Direction (1, 1, 0) · Shots 3 · Reset Delay 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 Block_01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+ 点击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Block_06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5587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交给物理引擎，被打中就会倒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20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29381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892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033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Crown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04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45019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404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42239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Crown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Launcher 槽 ← 拖入 Projectile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 Height 1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Bonus Per Shot 100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645281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务必确认王冠初始高度 3.6 &gt; Win Height 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LaunchForce — 代码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配方 D 第6周版：有 N 次机会，发射几秒后回到原位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挂载位置：发射物（用此内容替换第5周的文件）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LaunchForce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maxPower = 15f;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chargeTime = 1.5f;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direction = new Vector3(1f, 1f, 0f);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发射次数 · 发射后回到原位的时间（秒）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shots = 3;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resetDelay = 3f;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launchClip;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ShotsLeft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startPos;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Quaternion startRot;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charge;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launched;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LaunchForce.cs  1/4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startPos =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startRot = transform.rotation;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ShotsLeft = shots;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 || launched)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(kb.spaceKey.isPressed)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charge = Mathf.Min(charge + Time.deltaTime, chargeTime);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LaunchForce.cs  2/4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LaunchForce — 代码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(kb.spaceKey.wasReleasedThisFrame)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launched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ShotsLeft--;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rb.isKinematic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power = maxPower * (charge / chargeTime);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rb.AddForce(direction.normalized * power, ForceMode.Impulse);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GameManager.Instance.PlaySfx(launchClip);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charge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Invoke(nameof(ResetShot), resetDelay);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ResetShot()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LaunchForce.cs  3/4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次数用完而王冠还在 → 失败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(ShotsLeft &lt;=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GameManager.Instance.EndGame(false);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rb.angularVelocity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transform.SetPositionAndRotation(startPos, startRot);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launched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ShowInfo()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percent = Mathf.RoundToInt(charge / chargeTime * 100f);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info = "SHOTS " + ShotsLeft + "   POWER " + percent + "%";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GameManager.Instance.SetInfo(info);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LaunchForce.cs  4/4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Crown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王冠：低于设定高度（掉下来）即成功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挂载位置：塔顶的王冠（需要 Rigidbody）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Crown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设为比地面略高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winHeight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LaunchForce launcher;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每剩余 1 次机会的奖励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bonusPerShot = 100;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winEffect;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(transform.position.y &lt; winHeight)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gm.AddScore(100 + launcher.ShotsLeft * bonusPerShot);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gm.PlaySfx(winClip);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gm.SpawnFx(winEffect, 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gm.EndGame(true);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Crown.cs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试玩一局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 ▶ Play 亲自玩。赢一局、输一局各一次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王冠掉到地上 → CLEAR!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次用完王冠还在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 + 剩余次数 × 100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INFO 显示 SHOTS 3 · POWER 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按住 Space 时 POWER % 上升，松开即发射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秒后发射物回到原位，SHOTS −1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王冠掉下 → CLEAR! · 3 次用完 →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一开始就 CLEAR → Win Height 高于王冠初始高度。打不到 → 提高 Max Power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（可选）多堆几块或把塔移远来调整难度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做到这里，“完整一局”和“三个画面”就完成了。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 · 备份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获取声音 · 导入 · 扬声器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一定要记下来源（发表时要说）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去哪里找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（kenney.nl）— CC0，可不标注来源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3321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按按钮生成音效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357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音效 · 音乐，确认许可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背景音扬声器（新建）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AudioClip = 背景音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把下载的 .wav · .ogg · .mp3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名称用英文（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0021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9743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不要删除 Main Camera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（耳朵）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炸一下就消失的粒子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做一个 FX_Hit，再复制一个只改颜色的 FX_Win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位置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值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Duration · Looping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 · 4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Color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适合游戏的颜色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Stop Action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（播完自动删除）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Emission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Rate over Time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Bursts 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+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 · Radius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按左表设置 → 在 Scene 视图确认“噗”地炸开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FX_Hit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删除 Hierarchy 中的 FX_Hit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Project 中的 FX_Hit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双击打开修改 Start Color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填槽 — 这个游戏的声音 · 特效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声音拖 _Project/Audio 中的文件，特效拖 _Project/Prefabs 中的 FX_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要选中的物体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要填的槽 → 放入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Projectile (LaunchForce)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Launch Clip（嗖）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Crown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Clip（王冠掉落）· Win Effect（FX_Win）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留空也不会报错。先填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设置 → 用 Windows 打包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发表用打包好的 .exe。第一次打包要几分钟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CrownCatapult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就是 exe 的名字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退出（GameManager 里已写好）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左侧选择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名字旁没有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时先点右下角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· 编号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右下角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在项目文件夹里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新建文件夹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并选择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绝对不要建在 Assets 文件夹里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打包结果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CrownCatapult.exe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运行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CrownCatapult_Data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可删除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只复制 .exe 无法运行。请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 Build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一起移动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运行确认 · 压缩 · 在别的电脑测试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不要等到发表当天才第一次运行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 Build 文件夹中的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CrownCatapult.exe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玩一局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“Windows 已保护你的电脑”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更多信息 → 仍要运行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自己做的程序没有签名，这是正常提示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文件夹则删除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Build 文件夹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게임엔진기초_6주차_学号_姓名.zip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解压到别的文件夹或别的电脑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再运行一次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打包成功标志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 Unity 后只用 .exe 也能运行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从标题画面开始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有声音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· ESC 正常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完成检查 — Hierarchy 与必做四项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我的 Hierarchy 与左边一样，结构就完成了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完成的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· Launcher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LaunchForce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Block_01 ~ Block_06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Rigidbody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Crown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Rigidbody · Crown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→ 游戏 → 结果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· HUD · 结果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失败有声音 + 特效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.exe 在别的电脑运行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双击 Console 的红色错误会跳到出错行。先解决最上面的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这种情况 · 信息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原因 → 解决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做 STEP 4 的场景列表登记（Build Profiles &gt; Open Scene List &gt; Add Open Scenes）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Inspector 槽为空 → 找到信息里提到的槽并填好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选中 EventSystem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按钮没反应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On Click 是否连接 GameManager 和函数 · 有没有 EventSystem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文字显示成 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 · 韩文 → 改英文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判定（终点 · 坠落 · 出口等）没反应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 Tag = Player · 勾选 Is Trigger · 球有 Rigidbody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 Play 物体就弹开或掉下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再确认表中的 Position · Scale（重叠或悬空）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本游戏：一开始就 CLEAR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Height 高于王冠初始高度。打不到 → 提高 Max Power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2026-10-19T05:50:55Z</dcterms:created>
  <dcterms:modified xsi:type="dcterms:W3CDTF">2026-10-19T05:50:55Z</dcterms:modified>
</cp:coreProperties>
</file>