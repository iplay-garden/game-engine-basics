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c44610df-de31-5b0b-307e-91e01adc777a}">
          <p14:sldIdLst>
            <p14:sldId id="256"/>
            <p14:sldId id="257"/>
            <p14:sldId id="258"/>
          </p14:sldIdLst>
        </p14:section>
        <p14:section name="STEP 1" id="{832c9882-3299-a2ad-a3c4-4b30285f0d02}">
          <p14:sldIdLst>
            <p14:sldId id="259"/>
            <p14:sldId id="260"/>
            <p14:sldId id="261"/>
          </p14:sldIdLst>
        </p14:section>
        <p14:section name="STEP 2" id="{102cc7f9-bb3d-158b-bb03-31e43081bf6a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STEP 3" id="{b90409b1-bd25-c40b-d29e-62e3b9c7127b}">
          <p14:sldIdLst>
            <p14:sldId id="268"/>
            <p14:sldId id="269"/>
            <p14:sldId id="270"/>
          </p14:sldIdLst>
        </p14:section>
        <p14:section name="STEP 4" id="{e53a1189-44d0-9456-92c1-d5f0441130fe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STEP 5" id="{483ccc62-92d0-4db4-af6d-d8bd2942f539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STEP 6" id="{82438ab1-c267-94a7-8821-800e85b50003}">
          <p14:sldIdLst>
            <p14:sldId id="290"/>
            <p14:sldId id="291"/>
            <p14:sldId id="292"/>
          </p14:sldIdLst>
        </p14:section>
        <p14:section name="STEP 7" id="{90bfe02b-cc3b-7418-fc11-95bbdacdb78a}">
          <p14:sldIdLst>
            <p14:sldId id="293"/>
            <p14:sldId id="294"/>
          </p14:sldIdLst>
        </p14:section>
        <p14:section name="收尾" id="{1206e955-8cff-b5e3-e87f-920ed4c4bacf}">
          <p14:sldIdLst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F · 塔防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F · 塔防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跟做指南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东明大学 游戏美术系 · 游戏引擎基础 · 游戏 F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塔防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从新建项目到打包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从头按顺序跟着做，就能完成一个可以用 .exe 运行、能完整玩一局的游戏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基准版本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任课教师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朴炡垣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完成后是这样的游戏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点击格子建塔，挡住沿路来的敌人。坚持 3 波即胜利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693868" y="2181113"/>
            <a:ext cx="5378824" cy="3227294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693868" y="2557631"/>
            <a:ext cx="2017059" cy="322729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8" name="Shape 6"/>
          <p:cNvSpPr/>
          <p:nvPr/>
        </p:nvSpPr>
        <p:spPr>
          <a:xfrm>
            <a:off x="2415092" y="2557631"/>
            <a:ext cx="322729" cy="2205318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9" name="Shape 7"/>
          <p:cNvSpPr/>
          <p:nvPr/>
        </p:nvSpPr>
        <p:spPr>
          <a:xfrm>
            <a:off x="2415092" y="4440219"/>
            <a:ext cx="1936376" cy="322729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10" name="Shape 8"/>
          <p:cNvSpPr/>
          <p:nvPr/>
        </p:nvSpPr>
        <p:spPr>
          <a:xfrm>
            <a:off x="4028739" y="2826572"/>
            <a:ext cx="322729" cy="1936376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8739" y="2826572"/>
            <a:ext cx="1936376" cy="322729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6904" y="3068619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84786" y="3068619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91609" y="3337560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1609" y="3875442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3598433" y="3337560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7" name="Shape 15"/>
          <p:cNvSpPr/>
          <p:nvPr/>
        </p:nvSpPr>
        <p:spPr>
          <a:xfrm>
            <a:off x="3598433" y="3875442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8668" y="3337560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3195021" y="4951207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20" name="Shape 18"/>
          <p:cNvSpPr/>
          <p:nvPr/>
        </p:nvSpPr>
        <p:spPr>
          <a:xfrm>
            <a:off x="5736515" y="2786231"/>
            <a:ext cx="403412" cy="40341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858845" y="3404795"/>
            <a:ext cx="242047" cy="242047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65668" y="3942678"/>
            <a:ext cx="242047" cy="242047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3" name="Shape 21"/>
          <p:cNvSpPr/>
          <p:nvPr/>
        </p:nvSpPr>
        <p:spPr>
          <a:xfrm>
            <a:off x="1688951" y="2638313"/>
            <a:ext cx="161365" cy="161365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95774" y="3310666"/>
            <a:ext cx="161365" cy="161365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3033656" y="4520901"/>
            <a:ext cx="161365" cy="161365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挡住全部 3 波 → VICTORY!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基地生命为 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击杀 +10 · 剩余生命 × 100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鼠标左键点击（在格子上建塔）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画面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"BLOCK DEFENSE" → 游戏 → 结果 · 俯视 · 正上方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流程与菜单名称说明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每完成一个 STEP 就 Ctrl + S。卡住时看最后的“遇到问题时”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菜单名称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菜单为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，与旧版资料中的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是同一个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 · 按钮为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。有些版本显示为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TextMesh Pro - 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48170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41503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脚本不自己新建，使用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从云盘下载的文件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37547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36880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编辑器为准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内容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页码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新建项目 · 文件夹与场景 · 下载脚本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4~6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 · 摆放物体（照抄数字）· 摄像机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7~12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Canvas · 三个面板 · 文字和按钮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13~15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 · 连接槽位 · 按钮 · 场景列表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16~22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操作与规则脚本 · 试玩一局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23~34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声音 · 背景音 · 粒子 · 填槽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35~37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Player 设置 · Windows 打包 · 测试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38~39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完成检查 · 遇到问题时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40~41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新建项目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 Unity Hub 开始。这是这个游戏专用的项目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右上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确认上方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6000.3.x（6.3 LTS）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模板列表中选择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Universal 3D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第一次可能会出现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下载后继续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67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728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267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4500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BlockDefense_学号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（例：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BlockDefense_20251234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8439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只用英文 · 数字 · 下划线。不要中文 · 空格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1014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055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736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等待编辑器打开（几分钟）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首次打开的画面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中间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视图 · 旁边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下方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SampleScene 里已经有 Main Camera · Directional Light · Global Volume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整理文件夹与场景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自己做的东西全部放在 Assets/_Project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重复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建 7 个：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SampleScene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（模板默认文件夹）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下载脚本 · 确认输入设置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这个游戏需要的脚本就是下表这些。不要自己新建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云盘文件夹（게임엔진기초_6주차_스크립트）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 · 分数 · 时间 · 结果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ClickHit.cs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向点击的物体发信号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DefenseGame.cs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金币 · 基地生命 · 波次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Enemy.cs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敌人移动 · 生命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WaveSpawner.cs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每波生成敌人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Tile.cs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点击建塔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Tower.cs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攻击最近的敌人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从云盘下载文件 → 从资源管理器拖到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36778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01167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只看不改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制作材质（Material）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颜色不是装饰，而是“表示角色”。只做下表中的材质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输入名称（例：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Inspector 中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右边的白色框 → 在颜色窗口的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栏输入表中的值 → 关闭窗口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用同样方法做完表中所有材质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地面 · 墙 · 其余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我操控的东西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要击中或躲开的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要到达 · 要守护的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766560" y="448056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C9B48A"/>
          </a:solidFill>
          <a:ln/>
        </p:spPr>
      </p:sp>
      <p:sp>
        <p:nvSpPr>
          <p:cNvPr id="42" name="Shape 40"/>
          <p:cNvSpPr/>
          <p:nvPr/>
        </p:nvSpPr>
        <p:spPr>
          <a:xfrm>
            <a:off x="6830202" y="4544202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766560" y="4480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7452360" y="44439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M_Road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452360" y="474573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敌人走的路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875520" y="444398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C9B48A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766560" y="515721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DB8E8"/>
          </a:solidFill>
          <a:ln/>
        </p:spPr>
      </p:sp>
      <p:sp>
        <p:nvSpPr>
          <p:cNvPr id="48" name="Shape 46"/>
          <p:cNvSpPr/>
          <p:nvPr/>
        </p:nvSpPr>
        <p:spPr>
          <a:xfrm>
            <a:off x="6830202" y="522085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766560" y="51572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7452360" y="512064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M_Tile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7452360" y="542239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建塔的格子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875520" y="51206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9DB8E8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制作物体的通用方法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按这个方法逐行做出后面表格中的物体。数字照抄到 Inspector 的 Transform 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图形：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（或 Sphere · Capsule · Cylinder）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空物体：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（Ctrl + Shift + N）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做好后马上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输入表中的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名称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Position · Rotation · Scale 栏输入表中的数字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“—” 表示保持默认（Rotation 0, 0, 0 · Scale 1, 1, 1）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材质：把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Hierarchy 的物体上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表示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：做好后在 Hierarchy 中拖到上面的父物体上 → 然后再输入数字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08419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子物体的 Position 是相对父物体的坐标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0207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44816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4020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42036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多个相同物体：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 → 只改名称 · 数字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快捷键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移动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旋转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缩放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聚焦选中物体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重命名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撤销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地面 · 道路 · 基地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一个物体。从上到下依次制作（1/3）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Floor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-0.1,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20, 0.2, 12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上表面 = Y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Road_1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-6.25, 0.01, 4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7.5, 0.02, 1.2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M_Road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路只用来看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Road_2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-3, 0.01, 0.5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1.2, 0.02, 8.2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M_Road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Road_3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0.01, -3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7.2, 0.02, 1.2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M_Road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Road_4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3, 0.01, 0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1.2, 0.02, 7.2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M_Road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Road_5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6, 0.01, 3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7.2, 0.02, 1.2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M_Road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Base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9.5, 0.75, 3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1.5, 1.5, 1.5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M_Goal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要守护的基地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敌人走的路标（路径点）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一个物体。从上到下依次制作（2/3）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Path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分组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WP_0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-9.5, 0.5, 4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出发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WP_1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-3, 0.5, 4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WP_2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-3, 0.5, -3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WP_3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3, 0.5, -3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WP_4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3, 0.5, 3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WP_5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9, 0.5, 3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基地前 · 终点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空物体在 Scene 视图中看不见。点击 Inspector 最上方的立方体图标加上颜色标签即可看到（可选）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8 个建塔格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一个物体。从上到下依次制作（3/3）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Tiles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分组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Tile_1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-6.5, 0.1, 2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1.4, 0.2, 1.4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Tile_2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-4.5, 0.1, 2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1.4, 0.2, 1.4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Tile_3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-1.5, 0.1, 1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1.4, 0.2, 1.4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Tile_4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-1.5, 0.1, -1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1.4, 0.2, 1.4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Tile_5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1.5, 0.1, 1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1.4, 0.2, 1.4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Tile_6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1.5, 0.1, -1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1.4, 0.2, 1.4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Tile_7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6, 0.1, 1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1.4, 0.2, 1.4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Tile_8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0.1, -5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1.4, 0.2, 1.4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M_Tile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固定摄像机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这个游戏的摄像机不动。用数字一次设好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标签上方的比例框（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 (0, 15, 0)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Rotation (90,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Camera 组件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Projection = Orthographic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Size = 6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87065"/>
            <a:ext cx="640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像平面图一样没有透视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标签确认 → 与前面“完成后”的布局一样即成功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035514" y="2347856"/>
            <a:ext cx="3451412" cy="2070847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24" name="Shape 22"/>
          <p:cNvSpPr/>
          <p:nvPr/>
        </p:nvSpPr>
        <p:spPr>
          <a:xfrm>
            <a:off x="8035514" y="2589455"/>
            <a:ext cx="1294279" cy="207085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39966" y="2589455"/>
            <a:ext cx="207085" cy="1415079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39966" y="3797449"/>
            <a:ext cx="1242508" cy="207085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75389" y="2762026"/>
            <a:ext cx="207085" cy="1242508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75389" y="2762026"/>
            <a:ext cx="1242508" cy="207085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9" name="Shape 27"/>
          <p:cNvSpPr/>
          <p:nvPr/>
        </p:nvSpPr>
        <p:spPr>
          <a:xfrm>
            <a:off x="8518712" y="2917339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0" name="Shape 28"/>
          <p:cNvSpPr/>
          <p:nvPr/>
        </p:nvSpPr>
        <p:spPr>
          <a:xfrm>
            <a:off x="8863853" y="2917339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9381565" y="3089910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2" name="Shape 30"/>
          <p:cNvSpPr/>
          <p:nvPr/>
        </p:nvSpPr>
        <p:spPr>
          <a:xfrm>
            <a:off x="9381565" y="3435051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9276" y="3089910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9899276" y="3435051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75844" y="3089910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6" name="Shape 34"/>
          <p:cNvSpPr/>
          <p:nvPr/>
        </p:nvSpPr>
        <p:spPr>
          <a:xfrm>
            <a:off x="9640421" y="4125334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71213" y="2736140"/>
            <a:ext cx="258856" cy="258856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8" name="Shape 36"/>
          <p:cNvSpPr/>
          <p:nvPr/>
        </p:nvSpPr>
        <p:spPr>
          <a:xfrm>
            <a:off x="9424707" y="3133053"/>
            <a:ext cx="155314" cy="155314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39" name="Shape 37"/>
          <p:cNvSpPr/>
          <p:nvPr/>
        </p:nvSpPr>
        <p:spPr>
          <a:xfrm>
            <a:off x="9942419" y="3478194"/>
            <a:ext cx="155314" cy="155314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40" name="Shape 38"/>
          <p:cNvSpPr/>
          <p:nvPr/>
        </p:nvSpPr>
        <p:spPr>
          <a:xfrm>
            <a:off x="8674025" y="2641226"/>
            <a:ext cx="103542" cy="10354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191737" y="3072653"/>
            <a:ext cx="103542" cy="10354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9536878" y="3849221"/>
            <a:ext cx="103542" cy="10354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输入了数字但画面不同 → 再确认 Rotation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· Y · Z 顺序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Canvas 并设定画面尺寸基准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所有 UI 都放在 Canvas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会同时生成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，不要删除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弹出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完成后关闭 → 刚生成的文字可以删除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Scene 视图上方的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双击 Canvas 可看到整个 UI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做完后再关掉 2D 按钮即回到 3D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· 韩文会显示成方块（□）。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默认 TMP 字体里没有这些字。UI 文字请用英文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三个面板 = 三个画面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名称请完全一致。文字照着输入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"BLOCK DEFENSE"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"CLICK A TILE TO BUILD A TOWER"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背景透明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"VICTORY!"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三次 → 分别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改名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点击 Image 组件的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（透明度）设为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 · 文字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在子物体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中改文字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定位置 — 先选锚点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按住 Alt + Shift 点击 Rect Transform 左上方块（Anchor Presets），位置也会一起贴过去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物体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锚点（Alt + Shift）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 X · Pos Y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Width × Height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Font Size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-260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GuideText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bottom-center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200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 × 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40（按钮文字）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top-left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top-right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900 × 70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1000 × 100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 X · Pos Y 在贴好锚点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之后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输入。文字居中：TextMeshPro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中间按钮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GameManager 物体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负责游戏开始 · 分数 · 时间 · 结束的管理者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搜索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选择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取消勾选 Play On Awake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这是音效扬声器。AudioClip 留空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GameManager 物体的 Inspector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后面几页代码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仅供阅读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。下载了文件就不需要照着打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代码要看的地方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START 按钮调用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AddScore(分数)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加分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以成功 · 失败结束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RETRY 按钮调用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通用：标题 → 游戏 → 结果流程，分数 · 时间 · 音效 · 特效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 表示不限时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勾选：时间到即成功（像打地鼠这种坚持型游戏）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标题画面时暂停时间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打包后按 ESC 退出（编辑器中无效）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连接到标题画面的 START 按钮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成功传 true，失败传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RETRY 按钮（跳过标题直接重开）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TITLE 按钮（可选）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 Inspector 槽位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选中 GameManager，把 Hierarchy 中的物体拖到同名槽位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分组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槽位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放入 · 数值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Panels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Texts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VICTORY!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 OVER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 Limit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（不限时）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When Time Up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不勾选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Sound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Sfx Source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拖入同一物体上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组件的标题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 6 再填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也可以点击槽位右侧的小圆圈按钮从列表中选择。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连接按钮 · 登记场景列表 · 第一次测试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为每个按钮指定“按下时调用 GameManager 的哪个函数”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Button 组件下方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拖到新出现的槽（None (Object)）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同样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→ 关闭窗口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要重新加载场景，场景必须在列表里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点击上方中间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START → HUD → 再按 ▶ 停止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这个游戏不限时，结果画面在 STEP 5 确认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标题画面时什么都不动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→ 标题消失，出现 SCORE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Console 没有红色错误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停止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制作两个预制体（敌人 · 塔）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需要反复生成的物体保存为预制体（模板）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敌人预制体：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Capsule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P_Enemy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Scale (0.5, 0.5, 0.5) · M_Danger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1054303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Speed 2 · Hp 3 · Reward 10 · Score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P_Enemy 拖到 Project 的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出现蓝色图标后删除 Hierarchy 中的 P_Enemy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10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5707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1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29280"/>
            <a:ext cx="1054303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塔预制体：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3D Object &gt; Cylinder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P_Tower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Scale (0.6, 0.6, 0.6) · M_Player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（Range 3 · Fire Interval 0.8 · Damage 1）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561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0223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5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774440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P_Tower 也拖到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做成预制体 → 删除 Hierarchy 中的 P_Tower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5229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76272" y="55885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68296" y="55138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修改预制体时在 Project 中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打开，改完后点左上角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返回。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挂脚本并输入数值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从上到下依次进行。要拖的脚本在 Project 的 _Project/Scripts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DefenseGame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DefenseGame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（Gold 100 · Base Hp 10）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2955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6771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WaveSpawner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WaveSpawner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Enemy Prefab ← Project 中的 P_Enemy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0757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77977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锁定 WaveSpawner 的 Inspector → 点 WP_0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 + 点击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WP_5 → 拖到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Waypoints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字样上 → 解锁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02661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确认顺序 Element 0 = WP_0 … Element 5 = WP_5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388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3849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38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35711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ClickHit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8508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38969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8508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869182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 Tile_1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 + 点击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Tile_8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Tower Prefab ← P_Tower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Cost 50 · Offset (0, 0.7, 0)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ClickHit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配方 A 第6周版：向被点击的物体发送 OnClicked 消息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挂载位置：Main Camera（用此内容替换第5周的文件）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ClickHit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Mouse mouse = Mouse.current;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(mouse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(mouse.leftButton.wasPressedThisFrame)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Vector2 screenPos = mouse.position.ReadValue();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Ray ray = Camera.main.ScreenPointToRay(screenPos);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(Physics.Raycast(ray, out RaycastHit hit))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被点中的物体如有 OnClicked 就执行（Mole · Tile）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hit.collider.SendMessage("OnClicked",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SendMessageOptions.DontRequireReceiver);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ClickHit.cs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DefenseGame — 代码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塔防规则：金币 · 基地生命 · 波次显示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DefenseGame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DefenseGame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DefenseGame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gold = 100;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baseHp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baseHitClip;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wave;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totalWaves;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DefenseGame.cs  1/3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Spend(int cost)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(gold &lt; cost) return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gold -= cost;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Earn(int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gold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DefenseGame.cs  2/3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DefenseGame — 代码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SetWave(int current, int total)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wave = current;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totalWaves = total;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敌人到达基地时由 Enemy 调用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DamageBase()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baseHp--;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GameManager.Instance.PlaySfx(baseHitClip);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(baseHp &lt;= 0) GameManager.Instance.EndGame(false);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GameManager.Instance.SetInfo("WAVE " + wave + "/" + totalWaves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"   GOLD " + gold + "   BASE " + baseHp);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DefenseGame.cs  3/3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Tile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放置格：点击后花金币建塔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挂载位置：可以建塔的地面格子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Tile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towerPrefab;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cost = 50;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塔相对格子中心的高度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Vector3 offset = new Vector3(0f, 0.7f, 0f);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buildClip;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failClip;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buildEffect;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occupied;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Tile.cs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ClickHit 发送的消息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OnClicked()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(occupied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(!DefenseGame.Instance.Spend(cost))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gm.PlaySfx(failClip);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occupied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pos = transform.position + offset;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Instantiate(towerPrefab, pos,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gm.PlaySfx(buildClip);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gm.SpawnFx(buildEffect, 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Tile.cs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Enemy — 代码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敌人：沿路径点移动，生命为 0 时消失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挂载位置：敌人预制体（Capsule）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Enemy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2f;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hp = 3;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reward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dieClip;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dieEffect;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存活敌人数（自动计数）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int Alive;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Transform[] path;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index;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dead;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OnEnable()  { Alive++;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OnDisable() { Alive--;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Enemy.cs  1/3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WaveSpawner 生成后立即调用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Init(Transform[] waypoints)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waypoints;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1;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path[0].position;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(path == null || dead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(index &gt;= path.Length)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到达最后一个点（基地）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dead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DefenseGame.Instance.DamageBase();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Destroy(gameObject);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Enemy.cs  2/3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Enemy — 代码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target = path[index].position;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Vector3.MoveTowards(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transform.position, target, speed * Time.deltaTime);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((transform.position - target).sqrMagnitude &lt; 0.0001f) index++;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由 Tower 调用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TakeDamage(int damage)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(dead)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hp -= damage;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(hp &gt; 0)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dead = true;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gm.AddScore(score);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gm.PlaySfx(dieClip);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gm.SpawnFx(dieEffect, transform.position);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DefenseGame.Instance.Earn(reward);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Destroy(gameObject);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Enemy.cs  3/3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WaveSpawner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每波生成敌人，挡住最后一波即成功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WaveSpawner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WaveSpawner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Enemy enemyPrefab;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按路线顺序：0 号 = 出发点，最后 = 基地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Transform[] waypoints;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int[] enemiesPerWave = { 5, 10, 15 };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spawnInterval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waveDelay = 4f;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每波加快的程度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speedUpPerWave = 0.3f;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waveClip;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IEnumerator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(!GameManager.IsPlaying) yield return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total = enemiesPerWave.Length;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w = 0; w &lt; total; w++)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DefenseGame.Instance.SetWave(w + 1, total);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yield return new WaitForSeconds(waveDelay);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gm.PlaySfx(waveClip);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WaveSpawner.cs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(int i = 0; i &lt; enemiesPerWave[w]; i++)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(!GameManager.IsPlaying) yield break;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 enemy = Instantiate(enemyPrefab);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enemy.speed += w * speedUpPerWave;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enemy.Init(waypoints);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return new WaitForSeconds(spawnInterval);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等待本波敌人全部消失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while (Enemy.Alive &gt; 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(!GameManager.IsPlaying) yield break;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return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(GameManager.IsPlaying)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gm.AddScore(DefenseGame.Instance.baseHp * 100);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gm.EndGame(true);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WaveSpawner.cs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Tower — 代码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塔：按固定间隔攻击射程内最近的敌人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挂载位置：塔预制体（Cylinder）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Tower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range = 3f;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fireInterval = 0.8f;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damage = 1;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shotClip;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hitEffect;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timer;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 +=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(timer &lt; fireInterval) return;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Tower.cs  1/3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Enemy target = FindNearest();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(target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gm.PlaySfx(shotClip);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gm.SpawnFx(hitEffect, target.transform.position);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target.TakeDamage(damage);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Enemy FindNearest()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Collider[] hits = Physics.OverlapSphere(transform.position, range);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Enemy best =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bestDist = float.MaxValue;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Tower.cs  2/3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Tower — 代码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(Collider c in hits)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Enemy e = c.GetComponent&lt;Enemy&gt;();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 == null) continue;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Vector3 diff = e.transform.position - transform.position;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d = diff.sqrMagnitude;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(d &lt; bestDist)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bestDist = d;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e;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在 Scene 视图中用黄色圆显示射程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OnDrawGizmosSelected()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Gizmos.color = Color.yellow;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Gizmos.DrawWireSphere(transform.position, range);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Tower.cs  3/3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试玩一局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 ▶ Play 亲自玩。赢一局、输一局各一次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挡住全部 3 波 → VICTORY!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基地生命为 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击杀 +10 · 剩余生命 × 100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→ WAVE 1/3 · 4 秒后敌人沿路走来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点击格子 → GOLD −50 · 塔立起来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塔攻击敌人 · 击杀 +10 GOLD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挡住 3 波 VICTORY! · 基地 0 →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敌人乱飞 → Waypoints 顺序。塔建不起来 → ClickHit · GOLD · Tile 的 Tower Prefab 槽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（可选）用 Enemies Per Wave · Speed Up Per Wave 调整难度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做到这里，“完整一局”和“三个画面”就完成了。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 · 备份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获取声音 · 导入 · 扬声器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一定要记下来源（发表时要说）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去哪里找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（kenney.nl）— CC0，可不标注来源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33218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按按钮生成音效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357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音效 · 音乐，确认许可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背景音扬声器（新建）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AudioClip = 背景音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把下载的 .wav · .ogg · .mp3 拖进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名称用英文（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0021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9743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不要删除 Main Camera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（耳朵）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炸一下就消失的粒子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做一个 FX_Hit，再复制一个只改颜色的 FX_Win</a:t>
            </a:r>
            <a:endParaRPr lang="en-US" sz="15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位置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值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Main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Duration · Looping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取消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0.4 · 4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Color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适合游戏的颜色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Stop Action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（播完自动删除）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Emission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Rate over Time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Bursts 的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+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 · Radius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按左表设置 → 在 Scene 视图确认“噗”地炸开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FX_Hit 拖到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删除 Hierarchy 中的 FX_Hit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Project 中的 FX_Hit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双击打开修改 Start Color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填槽 — 这个游戏的声音 · 特效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声音拖 _Project/Audio 中的文件，特效拖 _Project/Prefabs 中的 FX_</a:t>
            </a:r>
            <a:endParaRPr lang="en-US" sz="15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要选中的物体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要填的槽 → 放入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DefenseGame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Base Hit Clip（基地受击）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WaveSpawner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Wave Clip（波次开始）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Tile_1 ~ 8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Build Clip · Fail Clip · Build Effect（FX_Hit）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P_Enemy（预制体）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Die Clip · Die Effect（FX_Hit）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P_Tower（预制体）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Shot Clip · Hit Effect（FX_Hit）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留空也不会报错。先填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76272" y="567842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68296" y="5603748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预制体的槽要在 Project 中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双击打开预制体后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再填。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设置 → 用 Windows 打包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发表用打包好的 .exe。第一次打包要几分钟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最上方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BlockDefense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就是 exe 的名字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展开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退出（GameManager 里已写好）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左侧选择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名字旁没有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时先点右下角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Platform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· 编号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右下角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在项目文件夹里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新建文件夹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并选择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绝对不要建在 Assets 文件夹里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打包结果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BlockDefense.exe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运行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BlockDefense_Data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可删除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只复制 .exe 无法运行。请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 Build 文件夹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一起移动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运行确认 · 压缩 · 在别的电脑测试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不要等到发表当天才第一次运行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 Build 文件夹中的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BlockDefense.exe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玩一局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“Windows 已保护你的电脑”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更多信息 → 仍要运行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自己做的程序没有签名，这是正常提示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文件夹则删除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Build 文件夹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压缩(ZIP)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게임엔진기초_6주차_学号_姓名.zip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解压到别的文件夹或别的电脑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再运行一次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打包成功标志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 Unity 后只用 .exe 也能运行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从标题画面开始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有声音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· ESC 正常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完成检查 — Hierarchy 与必做四项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我的 Hierarchy 与左边一样，结构就完成了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完成的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ClickHit (Orthographic)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· 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· Road_1 ~ Road_5 · Base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WP_0 ~ WP_5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Tile_1 ~ Tile_8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Tile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DefenseGame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DefenseGame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WaveSpawner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WaveSpawner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› _Project/Prefabs: P_Enemy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Enemy · P_Tower ← Tower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完整一局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→ 游戏 → 结果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· HUD · 结果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失败有声音 + 特效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 打包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.exe 在别的电脑运行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遇到问题时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双击 Console 的红色错误会跳到出错行。先解决最上面的</a:t>
            </a:r>
            <a:endParaRPr lang="en-US" sz="1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这种情况 · 信息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原因 → 解决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做 STEP 4 的场景列表登记（Build Profiles &gt; Open Scene List &gt; Add Open Scenes）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Inspector 槽为空 → 找到信息里提到的槽并填好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选中 EventSystem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按钮没反应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On Click 是否连接 GameManager 和函数 · 有没有 EventSystem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文字显示成 □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 · 韩文 → 改英文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判定（终点 · 坠落 · 出口等）没反应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球 Tag = Player · 勾选 Is Trigger · 球有 Rigidbody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 Play 物体就弹开或掉下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再确认表中的 Position · Scale（重叠或悬空）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本游戏：敌人乱飞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Waypoints 顺序。塔建不起来 → ClickHit · GOLD · Tile 的 Tower Prefab 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2026-10-19T05:50:55Z</dcterms:created>
  <dcterms:modified xsi:type="dcterms:W3CDTF">2026-10-19T05:50:55Z</dcterms:modified>
</cp:coreProperties>
</file>