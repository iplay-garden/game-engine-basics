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640d1ef-ad14-c2fd-4044-2fc1a78d3c15}">
          <p14:sldIdLst>
            <p14:sldId id="256"/>
            <p14:sldId id="257"/>
            <p14:sldId id="258"/>
          </p14:sldIdLst>
        </p14:section>
        <p14:section name="STEP 1" id="{b2fc11a9-8e3c-0440-273a-59b24e7c9591}">
          <p14:sldIdLst>
            <p14:sldId id="259"/>
            <p14:sldId id="260"/>
            <p14:sldId id="261"/>
          </p14:sldIdLst>
        </p14:section>
        <p14:section name="STEP 2" id="{cefee7ba-0fdd-76bc-54f3-c37e2225cdba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6df29b86-af90-3c67-1f04-40fc5ab0932d}">
          <p14:sldIdLst>
            <p14:sldId id="267"/>
            <p14:sldId id="268"/>
            <p14:sldId id="269"/>
          </p14:sldIdLst>
        </p14:section>
        <p14:section name="STEP 4" id="{3856033c-d26f-4567-6bc1-adb77b866b7a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876186f9-f49b-9225-fbed-b825468ab06e}">
          <p14:sldIdLst>
            <p14:sldId id="277"/>
            <p14:sldId id="278"/>
            <p14:sldId id="279"/>
            <p14:sldId id="280"/>
            <p14:sldId id="281"/>
          </p14:sldIdLst>
        </p14:section>
        <p14:section name="STEP 6" id="{391f4d2e-1e56-9ce4-b3f3-e914ce85ac6f}">
          <p14:sldIdLst>
            <p14:sldId id="282"/>
            <p14:sldId id="283"/>
            <p14:sldId id="284"/>
          </p14:sldIdLst>
        </p14:section>
        <p14:section name="STEP 7" id="{49a99ae7-4ca1-6507-d5fd-d3794079c5ac}">
          <p14:sldIdLst>
            <p14:sldId id="285"/>
            <p14:sldId id="286"/>
          </p14:sldIdLst>
        </p14:section>
        <p14:section name="마무리" id="{333a5ed7-2c36-d0f2-a787-ce20160f9d0b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A · 3D 두더지 잡기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게임엔진기초 · 따라하기 A · 3D 두더지 잡기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따라하기 가이드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동명대학교 게임그래픽학과 · 게임엔진기초 · 게임 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3D 두더지 잡기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프로젝트부터 빌드까지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슬라이드를 처음부터 순서대로 따라 하면, 실행 파일(.exe)로 도는 한 판짜리 게임이 완성됩니다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버전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박정원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완성하면 이런 게임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30초 동안 튀어나오는 두더지를 최대한 많이 클릭한다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1633993" y="2045473"/>
            <a:ext cx="3498574" cy="3498574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1940118" y="4538207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8" name="Shape 6"/>
          <p:cNvSpPr/>
          <p:nvPr/>
        </p:nvSpPr>
        <p:spPr>
          <a:xfrm>
            <a:off x="1940118" y="3444903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9" name="Shape 7"/>
          <p:cNvSpPr/>
          <p:nvPr/>
        </p:nvSpPr>
        <p:spPr>
          <a:xfrm>
            <a:off x="1940118" y="2351598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0" name="Shape 8"/>
          <p:cNvSpPr/>
          <p:nvPr/>
        </p:nvSpPr>
        <p:spPr>
          <a:xfrm>
            <a:off x="3033423" y="4538207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1" name="Shape 9"/>
          <p:cNvSpPr/>
          <p:nvPr/>
        </p:nvSpPr>
        <p:spPr>
          <a:xfrm>
            <a:off x="3033423" y="3444903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2" name="Shape 10"/>
          <p:cNvSpPr/>
          <p:nvPr/>
        </p:nvSpPr>
        <p:spPr>
          <a:xfrm>
            <a:off x="3033423" y="2351598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126727" y="4538207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4" name="Shape 12"/>
          <p:cNvSpPr/>
          <p:nvPr/>
        </p:nvSpPr>
        <p:spPr>
          <a:xfrm>
            <a:off x="4126727" y="3444903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5" name="Shape 13"/>
          <p:cNvSpPr/>
          <p:nvPr/>
        </p:nvSpPr>
        <p:spPr>
          <a:xfrm>
            <a:off x="4126727" y="2351598"/>
            <a:ext cx="699715" cy="699715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16" name="Shape 14"/>
          <p:cNvSpPr/>
          <p:nvPr/>
        </p:nvSpPr>
        <p:spPr>
          <a:xfrm>
            <a:off x="3164619" y="2482795"/>
            <a:ext cx="437322" cy="43732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7923" y="4669403"/>
            <a:ext cx="437322" cy="43732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8" name="Shape 16"/>
          <p:cNvSpPr/>
          <p:nvPr/>
        </p:nvSpPr>
        <p:spPr>
          <a:xfrm>
            <a:off x="2071315" y="3576099"/>
            <a:ext cx="437322" cy="437322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30초를 버티면 TIME UP!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 (점수 경쟁)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두더지 +10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조작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왼쪽 클릭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"MOLE PANG" → 플레이 → 결과 · 쿼터뷰 · 비스듬히 내려다봄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시작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진행 순서와 메뉴 이름 안내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한 STEP이 끝날 때마다 Ctrl + S. 막히면 맨 뒤 '막혔을 때' 쪽을 보세요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6.3 메뉴 이름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메뉴는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입니다. 예전 버전 자료의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와 같은 메뉴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 · 버튼은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빌드에 따라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TextMesh Pro - Text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처럼 순서가 바뀌어 보일 수 있음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691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6245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스크립트는 직접 만들지 않고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받은 파일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씁니다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41738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41071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에디터는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영문 버전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기준입니다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할 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쪽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새 프로젝트 · 폴더와 씬 · 스크립트 받기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4~6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 · 물체 배치 (숫자 그대로) · 카메라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7~11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Canvas · 패널 3개 · 글자와 버튼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12~14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 · 칸 연결 · 버튼 · 씬 목록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15~21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조작과 규칙 스크립트 · 한 판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22~26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소리 · 배경음 · 파티클 · 칸 채우기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27~29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Player 설정 · Windows 빌드 · 테스트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30~31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완성 체크 · 막혔을 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32~33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새 프로젝트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Unity Hub에서 시작합니다. 이 게임 전용 프로젝트입니다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실행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오른쪽 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6000.3.x (6.3 LTS)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목록에서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Universal 3D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처음이면 오른쪽에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버튼이 보일 수 있습니다 → 눌러서 받은 뒤 진행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63308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7917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63308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651377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MolePang_학번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(예: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MolePang_20251234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90772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영어 · 숫자 · 밑줄만. 한글 · 띄어쓰기 금지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26173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30782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617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80027"/>
            <a:ext cx="694944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에디터가 열릴 때까지 기다리기 (몇 분)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열린 화면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가운데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뷰 · 옆에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아래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안에 Main Camera · Directional Light · Global Volume 이 이미 있습니다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폴더와 씬 정리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내가 만드는 것은 모두 Assets/_Project 안에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반복해 7개: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끌어다 옮기기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SampleScene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더블클릭으로 열기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(템플릿 기본 폴더)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준비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받기 · 입력 설정 확인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게임에 필요한 스크립트는 아래 표가 전부입니다. 직접 만들지 마세요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드라이브 폴더 (게임엔진기초_6주차_스크립트)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하는 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0_공통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타이틀 · 점수 · 시간 · 결과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ClickHit.cs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A_두더지잡기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클릭한 물체에 신호 보내기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Mole.cs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A_두더지잡기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두더지 오르내림 · 맞으면 점수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MoleSpawner.cs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A_두더지잡기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두더지를 무작위로 올림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드라이브에서 파일 받기 → 파일 탐색기에서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창의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5641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6102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5641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582418"/>
            <a:ext cx="3593592" cy="85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인지 확인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44093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보기만 하고 바꾸지 않습니다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재질(Material)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색은 꾸미기가 아니라 '역할 표시'입니다. 아래 표의 재질만 만듭니다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입력 (예: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오른쪽 흰 칸 클릭 → 색 창의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칸에 표의 값 입력 → 창 닫기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표의 재질을 모두 같은 방법으로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· 벽 · 나머지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조작하는 것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맞히거나 피할 것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 · 지켜야 하는 것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766560" y="448056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A2F36"/>
          </a:solidFill>
          <a:ln/>
        </p:spPr>
      </p:sp>
      <p:sp>
        <p:nvSpPr>
          <p:cNvPr id="42" name="Shape 40"/>
          <p:cNvSpPr/>
          <p:nvPr/>
        </p:nvSpPr>
        <p:spPr>
          <a:xfrm>
            <a:off x="6830202" y="4544202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766560" y="4480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44" name="Text 42"/>
          <p:cNvSpPr txBox="1"/>
          <p:nvPr/>
        </p:nvSpPr>
        <p:spPr>
          <a:xfrm>
            <a:off x="7452360" y="444398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M_Hole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452360" y="474573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구멍 (어두운 색)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875520" y="444398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2A2F36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물체를 만드는 공통 방법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다음 쪽의 표를 한 줄씩 이 방법으로 만듭니다. 숫자는 Inspector의 Transform 칸에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도형: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(또는 Sphere · Capsule · Cylinder)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오브젝트: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(Ctrl + Shift + 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만들자마자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표의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Position · Rotation · Scale 칸에 표의 숫자 입력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'—' 는 기본값 그대로 (Rotation 0, 0, 0 · Scale 1, 1, 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재질: 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Hierarchy의 물체 위로 끌어다 놓기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표시는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만든 뒤 Hierarchy에서 위쪽 부모 위로 끌어다 놓기 → 그다음 숫자 입력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07078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자식의 Position은 부모 기준 좌표입니다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62495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67104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624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643247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물체 여러 개: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복제 → 이름 · 숫자만 고치기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단축키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이동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회전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크기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선택한 물체로 화면 이동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복제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이름 바꾸기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되돌리기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판과 구멍 9개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(1/2)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Board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Cube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8, 0.2, 8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M_Gray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Holes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구멍을 담는 묶음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Hole_1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-2.5, 0.11, 2.5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1.6, 0.02, 1.6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M_Hole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Hole_2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0, 0.11, 2.5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1.6, 0.02, 1.6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M_Hole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Hole_3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2.5, 0.11, 2.5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1.6, 0.02, 1.6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M_Hole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Hole_4 ~ 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 같게 · Y 0.11 · Z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1.6, 0.02, 1.6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M_Hole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1~3을 Ctrl+D 후 Z만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Hole_7 ~ 9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Cylinder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 같게 · Y 0.11 · Z -2.5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1.6, 0.02, 1.6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M_Hole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Z = -2.5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두더지 9마리 (판 아래에 숨긴다)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표의 한 줄 = 물체 하나. 위에서부터 차례로 (2/2)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이름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도형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Position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Rotation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Scale (X, Y, Z)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재질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Moles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두더지 묶음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Mole_1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Capsule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-2.5, -1.2, 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 −1.2 = 숨은 높이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Mole_2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Capsule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-1.2, 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Mole_3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Capsule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2.5, -1.2, 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Mole_4 ~ 6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Capsule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 같게 · Y -1.2 · Z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구멍과 같은 X · Z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 └ Mole_7 ~ 9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Capsule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 같게 · Y -1.2 · Z -2.5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1, 1, 1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M_Danger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MoleSpawner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빈 오브젝트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0, 0, 0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두더지를 올리는 관리자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두더지는 판 아래에 숨어 있어서 Scene 뷰에서 판을 잠깐 꺼야(Inspector 맨 위 체크 해제) 보입니다. 확인 후 다시 켜기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무대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카메라 고정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 게임은 카메라가 움직이지 않습니다. 숫자로 한 번에 맞춥니다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 위쪽 화면비 칸 (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Position (0, 9, -7)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Rotation (50,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탭에서 확인 → 앞 쪽의 '완성 모습'과 같은 배치면 성공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09498" y="2031558"/>
            <a:ext cx="2703443" cy="2703443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6050" y="3957762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0" name="Shape 18"/>
          <p:cNvSpPr/>
          <p:nvPr/>
        </p:nvSpPr>
        <p:spPr>
          <a:xfrm>
            <a:off x="8646050" y="3112936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6050" y="2268110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2" name="Shape 20"/>
          <p:cNvSpPr/>
          <p:nvPr/>
        </p:nvSpPr>
        <p:spPr>
          <a:xfrm>
            <a:off x="9490876" y="3957762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3" name="Shape 21"/>
          <p:cNvSpPr/>
          <p:nvPr/>
        </p:nvSpPr>
        <p:spPr>
          <a:xfrm>
            <a:off x="9490876" y="3112936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4" name="Shape 22"/>
          <p:cNvSpPr/>
          <p:nvPr/>
        </p:nvSpPr>
        <p:spPr>
          <a:xfrm>
            <a:off x="9490876" y="2268110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35702" y="3957762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5702" y="3112936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35702" y="2268110"/>
            <a:ext cx="540689" cy="540689"/>
          </a:xfrm>
          <a:prstGeom prst="ellipse">
            <a:avLst/>
          </a:prstGeom>
          <a:solidFill>
            <a:srgbClr val="2A2F36"/>
          </a:solidFill>
          <a:ln/>
        </p:spPr>
      </p:sp>
      <p:sp>
        <p:nvSpPr>
          <p:cNvPr id="28" name="Shape 26"/>
          <p:cNvSpPr/>
          <p:nvPr/>
        </p:nvSpPr>
        <p:spPr>
          <a:xfrm>
            <a:off x="9592255" y="2369489"/>
            <a:ext cx="337930" cy="33793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37081" y="4059141"/>
            <a:ext cx="337930" cy="33793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8747429" y="3214315"/>
            <a:ext cx="337930" cy="33793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본 배치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숫자를 넣었는데도 다르게 보이면 Rotation의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 · Y · Z 순서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다시 확인하세요.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Canvas 만들고 화면 크기 기준 정하기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UI는 모두 Canvas 안에 들어갑니다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함께 생깁니다. 지우지 마세요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창이 뜨면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끝나면 창 닫기 → 방금 생긴 글자는 지워도 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Scene 뷰 위쪽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버튼 켜기 → Canvas 더블클릭하면 UI 전체가 보입니다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작업이 끝나면 2D 버튼을 다시 끄면 3D로 돌아옵니다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한글은 네모(□)로 깨집니다.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기본 TMP 글꼴에 한글이 없습니다. UI 글자는 영어로 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패널 3개 = 화면 3개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이름을 그대로 맞춰 주세요. 글자는 그대로 입력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"MOLE PANG"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"CLICK THE MOLES!"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배경 투명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"TIME UP!"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Canvas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번 → 각각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이름 바꾸기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Image 컴포넌트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(알파)를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글자: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· 글자 입력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버튼: 패널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버튼 아래 자식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에서 글자 바꾸기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화면 3개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위치 잡기 — 앵커부터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Rect Transform 왼쪽 위 네모(Anchor Presets)를 Alt + Shift 누른 채 클릭하면 위치까지 붙습니다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물체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앵커 (Alt + Shift)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Pos X · Pos Y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Width × Height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Font Size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-260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GuideText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bottom-center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200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420 × 110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(버튼 글자)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top-left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top-right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-40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 × 80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top-center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 × 70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1400 × 160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middle-center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 · -40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1000 × 100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 X · Pos Y는 앵커를 붙인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뒤에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입력합니다. 글자 가운데 정렬: TextMeshPro의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가운데 버튼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오브젝트 만들기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게임의 시작 · 점수 · 시간 · 끝을 맡는 관리자입니다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→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체크 해제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효과음 스피커입니다. AudioClip 칸은 비워 둡니다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GameManager 오브젝트의 Inspector로 끌어다 놓기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쪽들의 코드는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읽기용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파일을 받았으면 따라 칠 필요 없습니다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코드에서 볼 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START 버튼이 부른다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AddScore(점수)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점수 올리기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성공 · 실패로 끝내기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RETRY 버튼이 부른다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공통: 타이틀 → 플레이 → 결과 흐름, 점수 · 시간 · 소리 · 이펙트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0이면 시간 제한 없음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체크: 시간이 끝나면 성공 (두더지처럼 버티는 게임)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타이틀에서는 시간을 멈춰 둔다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빌드에서 ESC = 게임 종료 (에디터에서는 무시됨)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타이틀의 START 버튼에 연결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성공이면 true, 실패면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RETRY 버튼에 연결 (타이틀 없이 바로 다시 시작)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결과의 TITLE 버튼에 연결 (선택)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코드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공통 · 붙일 곳: 빈 오브젝트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Inspector 칸 연결하기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GameManager를 선택하고, Hierarchy의 물체를 같은 이름의 칸으로 끌어다 놓습니다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묶음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넣을 것 · 값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Panels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Texts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 UP!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 OVER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Time Limit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When Time Up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✓ 체크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Sound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Sfx Source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오브젝트의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컴포넌트 제목을 끌어다 놓기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· Lose Clip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6에서 채움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 이름 앞에 작은 동그라미 버튼을 눌러 목록에서 골라도 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버튼 연결 · 씬 목록 등록 · 첫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버튼마다 '눌렀을 때 GameManager의 어떤 함수를 부를지' 정합니다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Button 컴포넌트 아래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생긴 칸(None (Object))에 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끌어다 놓기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 같은 방법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확인 → 창 닫기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RETRY가 씬을 다시 불러오려면 씬이 목록에 있어야 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위쪽 가운데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타이틀 → START → HUD → ▶ 다시 눌러 Stop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30초 뒤 결과 화면과 RETRY까지 확인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타이틀에서는 아무것도 움직이지 않는다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699512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→ 타이틀이 사라지고 SCORE가 보인다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2555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1861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Console에 빨간 에러가 없다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52425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45490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Stop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스크립트 붙이고 값 넣기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위에서부터 차례로. 끌어다 놓을 스크립트는 Project의 _Project/Scripts 에 있습니다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Inspector로 끌어다 놓기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클릭한 물체에 'OnClicked' 메시지를 보냅니다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31470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6078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147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3299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Mole_1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+ 클릭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Mole_9 →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 → 선택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55875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아홉 마리에 한 번에 붙습니다. 값은 기본 그대로 (Score 10 · Up Height 1.5 · Stay Time 0.8)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920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29381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8920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91033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MoleSpawner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MoleSpawner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Inspector로 끌어다 놓기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4041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45019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4041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42239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Inspector 오른쪽 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자물쇠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클릭 (잠금) → Mole_1 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+ 클릭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Mole_9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9161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96225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161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934460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선택한 채로 Inspector의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글자 위로 끌어다 놓기 → 자물쇠 다시 클릭 (해제)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157345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Moles 아래에 Element 0 ~ 8 이 생기면 성공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ClickHit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레시피 A 6주차판: 클릭한 물체에 OnClicked 메시지를 보낸다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Main Camera (5주차 파일을 이 내용으로 바꾸기)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ClickHit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Mouse mouse = Mouse.current;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(mouse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(mouse.leftButton.wasPressedThisFrame)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Vector2 screenPos = mouse.position.ReadValue();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Ray ray = Camera.main.ScreenPointToRay(screenPos);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(Physics.Raycast(ray, out RaycastHit hit))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맞은 물체에 OnClicked가 있으면 실행 (Mole · Tile)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hit.collider.SendMessage("OnClicked",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SendMessageOptions.DontRequireReceiver);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ClickHit.cs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Mole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두더지 하나 (황금 두더지 · 폭탄도 같은 스크립트, 점수만 다르게)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구멍 아래에 숨겨 둔 각 두더지 Capsule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Mole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= 10;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올라오는 높이 · 올라와 있는 시간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upHeight = 1.5f;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stayTime = 0.8f;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hitClip;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hitEffect;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Vector3 downPos;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isUp;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downPos = transform.position;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MoleSpawner가 부른다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PopUp()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(!isUp) StartCoroutine(UpAndDown());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IEnumerator UpAndDown()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isUp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downPos + Vector3.up * upHeight;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new WaitForSeconds(stayTime);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downPos;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ClickHit가 보내는 메시지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OnClicked()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(!isUp || 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StopAllCoroutines();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hitPos = transform.position;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 = downPos;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gm.AddScore(score);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gm.PlaySfx(hitClip);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gm.SpawnFx(hitEffect, hitPos);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MoleSpawner — 코드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6주차 스크립트 · 파일로 받았다면 읽기만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System.Collections;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두더지를 무작위로 올린다. 시간이 갈수록 빨라진다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붙일 곳: 빈 오브젝트 MoleSpawner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MoleSpawner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두더지들을 전부 끌어다 넣기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Mole[] moles;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startInterval = 1.2f;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endInterval = 0.6f;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IEnumerator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(true)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float interval = startInterval;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MoleSpawner.cs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(GameManager.IsPlaying &amp;&amp; moles.Length &gt; 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Mole mole = moles[Random.Range(0, moles.Length)];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mole.PopUp();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0(시작) → 1(끝)으로 가며 간격이 줄어든다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(gm.timeLimit &gt;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float progress = 1f - gm.TimeLeft / gm.timeLimit;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interval = Mathf.Lerp(startInterval, endInterval, progress);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yield return new WaitForSeconds(interval);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MoleSpawner.cs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조작과 규칙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판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▶ Play 로 직접 해 봅니다. 이기는 판 · 지는 판을 각각 한 번씩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30초를 버티면 TIME UP!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 (점수 경쟁)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두더지 +10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확인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 후 두더지가 올라왔다 내려간다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올라온 두더지를 클릭하면 사라지고 SCORE +10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갈수록 더 자주 올라온다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30초 뒤 TIME UP! + 점수 → RETRY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클릭해도 점수가 안 오르면 → Main Camera에 ClickHit가 있는지, 두더지에 Capsule Collider가 있는지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(선택) 황금 두더지: Mole 하나 골라 Score 50 · Stay Time 0.5 · 다른 재질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여기까지 되면 '한 판 완주'와 '화면 3개'가 끝난 것입니다.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S · 백업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소리 구하기 · 가져오기 · 스피커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어디서 받았는지 꼭 적어 두세요 (발표 때 말합니다)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어디서 구하나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(kenney.nl) — CC0, 출처 표기 없이 사용 가능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8595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버튼으로 효과음 생성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340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3162046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효과음 · 음악, 라이선스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배경음 스피커 (새로)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AudioClip = 배경음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.wav · .ogg · .mp3 를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끌어 넣기 · 이름은 영어 (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05434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10043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05434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5072634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Camera의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(귀)는 지우지 않습니다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한 번 터지고 사라지는 파티클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FX_Hit 하나를 만들고, 색만 바꾼 FX_Win 을 복제합니다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위치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Main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Duration · Looping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해제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0.4 · 4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Start Color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게임에 맞는 색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Stop Action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(다 터지면 삭제)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Emission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Rate over Time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Bursts 의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+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Shape · Radius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Sphere · 0.2</a:t>
                      </a:r>
                      <a:endParaRPr lang="en-US" sz="12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표대로 설정 → Scene 뷰에서 '퍽' 터지는지 확인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Hierarchy의 FX_Hit 를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끌기 → Hierarchy의 FX_Hit 삭제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Project의 FX_Hit 선택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이름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더블클릭해 Start Color 변경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반응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칸 채우기 — 이 게임의 소리 · 이펙트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소리는 _Project/Audio 의 파일을, 이펙트는 _Project/Prefabs 의 FX_ 를 끌어다 놓습니다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선택할 물체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채울 칸 → 넣을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GameManager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 Clip (끝 · 징글) · Lose Clip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Mole_1 ~ 9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Hit Clip (뽁!) · Hit Effect (FX_Hit)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칸이 있어도 에러는 나지 않습니다.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 가지부터 채우세요.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설정 → Windows로 빌드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발표는 빌드한 .exe로 합니다. 처음 빌드는 몇 분 걸립니다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맨 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MolePang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파일 이름이 됩니다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펼치기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끄는 키는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(GameManager에 들어 있음)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왼쪽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옆에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 없으면 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 Platform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먼저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Play 씬 체크 · 번호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아래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프로젝트 폴더 안에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폴더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만들어 선택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Assets 폴더 안에는 절대 만들지 마세요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MolePang.exe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실행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MolePang_Data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빼도 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 하나만 복사하면 실행되지 않습니다.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통째로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옮기세요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빌드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실행 확인 · 압축 · 다른 PC 테스트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발표 날 처음 실행해 보는 일이 없도록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폴더의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MolePang.exe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더블클릭 → 타이틀 → 한 판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"Windows의 PC 보호" 창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정보 → 실행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만든 프로그램이라 뜨는 정상 경고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폴더가 있으면 지우기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Build 폴더 우클릭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압축(ZIP)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게임엔진기초_6주차_학번_이름.zip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폴더나 다른 PC에 풀어서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다시 실행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성공 확인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Unity를 끈 상태에서 .exe만으로 실행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7688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6995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타이틀부터 시작한다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30375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9682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소리가 난다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306318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236976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RETRY · ESC가 동작한다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완성 체크 — Hierarchy와 필수 네 가지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내 Hierarchy가 왼쪽과 같으면 구조는 끝났습니다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완성된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ClickHit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Hole_1 ~ Hole_9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Mole_1 ~ Mole_9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Mole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MoleSpawner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MoleSpawner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판 완주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→ 플레이 → 결과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3개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타이틀 · HUD · 결과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득점 · 성공 · 실패에 소리 + 이펙트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빌드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.exe로 다른 PC에서 실행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막혔을 때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Console의 빨간 줄을 더블클릭하면 문제의 줄로 갑니다. 맨 위 에러부터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이런 증상 · 메시지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원인 → 해결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4의 씬 목록 등록 (Build Profiles &gt; Open Scene List &gt; Add Open Scenes)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Inspector 칸이 비어 있음 → 메시지에 나온 칸 이름을 찾아 채우기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EventSystem 선택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버튼을 눌러도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On Click에 GameManager · 함수 연결 · EventSystem 있는지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글자가 □ 로 나온다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한글 · 중국어 → 영어로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판정(골 · 낙하 · 배수구 등)이 반응 없음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 Tag = Player · Is Trigger ✓ · 공에 Rigidbody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Play 하자마자 물체가 튀거나 떨어진다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표의 Position · Scale 숫자를 다시 확인 (겹치거나 떠 있음)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게임만: 클릭해도 점수가 안 오르면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Main Camera에 ClickHit가 있는지, 두더지에 Capsule Collider가 있는지</a:t>
                      </a:r>
                      <a:endParaRPr lang="en-US" sz="11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2026-10-19T05:50:51Z</dcterms:created>
  <dcterms:modified xsi:type="dcterms:W3CDTF">2026-10-19T05:50:51Z</dcterms:modified>
</cp:coreProperties>
</file>