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15d7592-6dd1-f10c-331e-3bef229b4898}">
          <p14:sldIdLst>
            <p14:sldId id="256"/>
            <p14:sldId id="257"/>
            <p14:sldId id="258"/>
          </p14:sldIdLst>
        </p14:section>
        <p14:section name="STEP 1" id="{fce337a5-42c8-4344-5afe-f010fdf88875}">
          <p14:sldIdLst>
            <p14:sldId id="259"/>
            <p14:sldId id="260"/>
            <p14:sldId id="261"/>
          </p14:sldIdLst>
        </p14:section>
        <p14:section name="STEP 2" id="{016bc0f0-13ea-256e-566b-a26a69eab4f0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e0e4f894-c93e-f452-105c-8155f73a9d12}">
          <p14:sldIdLst>
            <p14:sldId id="267"/>
            <p14:sldId id="268"/>
            <p14:sldId id="269"/>
          </p14:sldIdLst>
        </p14:section>
        <p14:section name="STEP 4" id="{183e6cbc-6bac-2cdd-d3f9-604c6c018b87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75f66b20-072a-7fe6-fe1f-e24123d31d51}">
          <p14:sldIdLst>
            <p14:sldId id="277"/>
            <p14:sldId id="278"/>
            <p14:sldId id="279"/>
            <p14:sldId id="280"/>
          </p14:sldIdLst>
        </p14:section>
        <p14:section name="STEP 6" id="{217c3375-cc59-8a6b-1131-49fb6ac914b5}">
          <p14:sldIdLst>
            <p14:sldId id="281"/>
            <p14:sldId id="282"/>
            <p14:sldId id="283"/>
          </p14:sldIdLst>
        </p14:section>
        <p14:section name="STEP 7" id="{27f06d52-4ab7-8c6b-0160-0ce9adebd3e1}">
          <p14:sldIdLst>
            <p14:sldId id="284"/>
            <p14:sldId id="285"/>
          </p14:sldIdLst>
        </p14:section>
        <p14:section name="마무리" id="{39f71b32-52ff-d87f-3fa2-be39dbc7553c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B · 롤링 볼 틸트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B · 롤링 볼 틸트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따라하기 가이드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· 게임 B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롤링 볼 틸트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프로젝트부터 빌드까지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슬라이드를 처음부터 순서대로 따라 하면, 실행 파일(.exe)로 도는 한 판짜리 게임이 완성됩니다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완성하면 이런 게임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판을 기울여 공을 미로 끝의 골까지 굴린다. 위쪽 가장자리는 벽이 없어 떨어질 수 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678466" y="2192235"/>
            <a:ext cx="3409627" cy="3409627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610274" y="2124043"/>
            <a:ext cx="68193" cy="3546012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5088094" y="2124043"/>
            <a:ext cx="68193" cy="3546012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9" name="Shape 7"/>
          <p:cNvSpPr/>
          <p:nvPr/>
        </p:nvSpPr>
        <p:spPr>
          <a:xfrm>
            <a:off x="1610274" y="5601862"/>
            <a:ext cx="3546012" cy="68193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1678466" y="4357348"/>
            <a:ext cx="2386739" cy="102289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2701355" y="3334460"/>
            <a:ext cx="2386739" cy="102289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2072" y="2499102"/>
            <a:ext cx="409155" cy="409155"/>
          </a:xfrm>
          <a:prstGeom prst="ellipse">
            <a:avLst/>
          </a:prstGeom>
          <a:solidFill>
            <a:srgbClr val="2390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087622" y="4988129"/>
            <a:ext cx="204578" cy="20457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78466" y="2089946"/>
            <a:ext cx="3409627" cy="9144"/>
          </a:xfrm>
          <a:prstGeom prst="line">
            <a:avLst/>
          </a:prstGeom>
          <a:noFill/>
          <a:ln w="25400">
            <a:solidFill>
              <a:srgbClr val="D0444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공이 골에 닿으면 GOAL!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밖으로 떨어짐 · 60초 초과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시간 1초 × 10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 A S D 또는 방향키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"TILT BALL" → 플레이 → 결과 · 쿼터뷰 · 비스듬히 내려다봄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진행 순서와 메뉴 이름 안내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STEP이 끝날 때마다 Ctrl + S. 막히면 맨 뒤 '막혔을 때' 쪽을 보세요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메뉴 이름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버전 자료의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같은 메뉴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 · 버튼은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빌드에 따라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TextMesh Pro - Text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처럼 순서가 바뀌어 보일 수 있음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691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6245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스크립트는 직접 만들지 않고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받은 파일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씁니다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41738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41071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기준입니다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프로젝트 · 폴더와 씬 · 스크립트 받기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4~6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 · 물체 배치 (숫자 그대로) · 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7~11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Canvas · 패널 3개 · 글자와 버튼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12~14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· 칸 연결 · 버튼 · 씬 목록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15~21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조작과 규칙 스크립트 · 한 판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22~25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소리 · 배경음 · 파티클 · 칸 채우기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26~28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 설정 · Windows 빌드 ·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29~30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 체크 · 막혔을 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31~32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Hub에서 시작합니다. 이 게임 전용 프로젝트입니다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 (6.3 LTS)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처음이면 오른쪽에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버튼이 보일 수 있습니다 → 눌러서 받은 뒤 진행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308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7917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330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51377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TiltBall_학번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TiltBall_20251234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90772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· 숫자 · 밑줄만. 한글 · 띄어쓰기 금지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6173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30782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617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80027"/>
            <a:ext cx="69494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에디터가 열릴 때까지 기다리기 (몇 분)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열린 화면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가운데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뷰 · 옆에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아래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안에 Main Camera · Directional Light · Global Volume 이 이미 있습니다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폴더와 씬 정리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내가 만드는 것은 모두 Assets/_Project 안에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반복해 7개: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끌어다 옮기기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더블클릭으로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(템플릿 기본 폴더)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받기 · 입력 설정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게임에 필요한 스크립트는 아래 표가 전부입니다. 직접 만들지 마세요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드라이브 폴더 (게임엔진기초_6주차_스크립트)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0_공통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점수 · 시간 · 결과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TiltBoard.cs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B_롤링볼틸트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 기울이기 (5주차 레시피)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EndZone.cs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B_롤링볼틸트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들어오면 성공 · 실패로 끝냄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파일 받기 → 파일 탐색기에서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5641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6102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564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582418"/>
            <a:ext cx="3593592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44093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바꾸지 않습니다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재질(Material)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색은 꾸미기가 아니라 '역할 표시'입니다. 아래 표의 재질만 만듭니다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입력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오른쪽 흰 칸 클릭 → 색 창의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표의 값 입력 → 창 닫기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표의 재질을 모두 같은 방법으로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· 벽 · 나머지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조작하는 것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맞히거나 피할 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· 지켜야 하는 것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물체를 만드는 공통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다음 쪽의 표를 한 줄씩 이 방법으로 만듭니다. 숫자는 Inspector의 Transform 칸에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도형: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(또는 Sphere · Capsule · Cylinder)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오브젝트: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(Ctrl + Shift +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만들자마자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Position · Rotation · Scale 칸에 표의 숫자 입력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'—' 는 기본값 그대로 (Rotation 0, 0, 0 · Scale 1, 1, 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재질: 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Hierarchy의 물체 위로 끌어다 놓기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표시는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만든 뒤 Hierarchy에서 위쪽 부모 위로 끌어다 놓기 → 그다음 숫자 입력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07078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자식의 Position은 부모 기준 좌표입니다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2495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67104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624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43247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물체 여러 개: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복제 → 이름 · 숫자만 고치기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이동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회전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크기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선택한 물체로 화면 이동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이름 바꾸기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되돌리기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기울어지는 판 (Board와 자식들)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(1/2)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Board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Scale은 반드시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Floor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10, 0.2, 10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Wall_L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-5.1, 0.4, 0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0.2, 0.6, 10.4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Wall_R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5.1, 0.4, 0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0.2, 0.6, 10.4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Wall_B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0.4, -5.1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10.4, 0.6, 0.2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위쪽(Z+)에는 벽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Wall_1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-1.5, 0.4, -1.5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7, 0.6, 0.3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미로 벽 · 오른쪽이 열림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Wall_2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1.5, 0.4, 1.5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7, 0.6, 0.3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미로 벽 · 왼쪽이 열림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Goal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3.5, 0.35, 3.5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1.2, 0.3, 1.2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M_Goal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751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8171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74243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 만들기: 물체를 Hierarchy의 Board 위로 끌어다 놓으면 들여쓰기되며 자식이 됩니다. 위치는 그다음에 입력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공과 낙하 구역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(2/2)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Ball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-3.5, 1, -3.5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0.6, 0.6, 0.6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M_Player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Board의 자식이 아님!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FallZone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-4,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40, 1, 40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 아래 넓은 구역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2395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FallZone은 STEP 6에서 보이지 않게(Mesh Renderer 해제) 만듭니다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카메라 고정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게임은 카메라가 움직이지 않습니다. 숫자로 한 번에 맞춥니다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 위쪽 화면비 칸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 (0, 11, -9)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Rotation (50,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탭에서 확인 → 앞 쪽의 '완성 모습'과 같은 배치면 성공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3864" y="2144965"/>
            <a:ext cx="2634712" cy="2634712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1170" y="2092271"/>
            <a:ext cx="52694" cy="274010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78576" y="2092271"/>
            <a:ext cx="52694" cy="274010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1170" y="4779677"/>
            <a:ext cx="2740100" cy="52694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3864" y="3818007"/>
            <a:ext cx="1844298" cy="79041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4278" y="3027594"/>
            <a:ext cx="1844298" cy="79041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25286" y="2382089"/>
            <a:ext cx="316165" cy="316165"/>
          </a:xfrm>
          <a:prstGeom prst="ellipse">
            <a:avLst/>
          </a:prstGeom>
          <a:solidFill>
            <a:srgbClr val="23905A"/>
          </a:solidFill>
          <a:ln/>
        </p:spPr>
      </p:sp>
      <p:sp>
        <p:nvSpPr>
          <p:cNvPr id="25" name="Shape 23"/>
          <p:cNvSpPr/>
          <p:nvPr/>
        </p:nvSpPr>
        <p:spPr>
          <a:xfrm>
            <a:off x="8760029" y="4305429"/>
            <a:ext cx="158083" cy="158083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6" name="Shape 24"/>
          <p:cNvSpPr/>
          <p:nvPr/>
        </p:nvSpPr>
        <p:spPr>
          <a:xfrm>
            <a:off x="8443864" y="2065924"/>
            <a:ext cx="2634712" cy="9144"/>
          </a:xfrm>
          <a:prstGeom prst="line">
            <a:avLst/>
          </a:prstGeom>
          <a:noFill/>
          <a:ln w="25400">
            <a:solidFill>
              <a:srgbClr val="D04444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넣었는데도 다르게 보이면 Rotation의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· Y · Z 순서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다시 확인하세요.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Canvas 만들고 화면 크기 기준 정하기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UI는 모두 Canvas 안에 들어갑니다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함께 생깁니다. 지우지 마세요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창이 뜨면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끝나면 창 닫기 → 방금 생긴 글자는 지워도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위쪽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 켜기 → Canvas 더블클릭하면 UI 전체가 보입니다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작업이 끝나면 2D 버튼을 다시 끄면 3D로 돌아옵니다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한글은 네모(□)로 깨집니다.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TMP 글꼴에 한글이 없습니다. UI 글자는 영어로 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패널 3개 = 화면 3개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이름을 그대로 맞춰 주세요. 글자는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"TILT BALL"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"W A S D : TILT THE BOARD"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배경 투명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"GOAL!"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번 → 각각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이름 바꾸기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Image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(알파)를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· 글자 입력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버튼 아래 자식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글자 바꾸기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위치 잡기 — 앵커부터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Rect Transform 왼쪽 위 네모(Anchor Presets)를 Alt + Shift 누른 채 클릭하면 위치까지 붙습니다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앵커 (Alt + Shift)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 X · Pos 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Width × Height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Font Size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-260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bottom-center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200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420 × 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(버튼 글자)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top-left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top-right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 ×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1000 × 100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 X · Pos Y는 앵커를 붙인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입력합니다. 글자 가운데 정렬: TextMeshPro의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가운데 버튼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오브젝트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게임의 시작 · 점수 · 시간 · 끝을 맡는 관리자입니다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→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체크 해제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 스피커입니다. AudioClip 칸은 비워 둡니다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GameManager 오브젝트의 Inspector로 끌어다 놓기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쪽들의 코드는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읽기용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파일을 받았으면 따라 칠 필요 없습니다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코드에서 볼 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START 버튼이 부른다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AddScore(점수)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점수 올리기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성공 · 실패로 끝내기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RETRY 버튼이 부른다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타이틀 → 플레이 → 결과 흐름, 점수 · 시간 · 소리 · 이펙트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0이면 시간 제한 없음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체크: 시간이 끝나면 성공 (두더지처럼 버티는 게임)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타이틀에서는 시간을 멈춰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빌드에서 ESC = 게임 종료 (에디터에서는 무시됨)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타이틀의 START 버튼에 연결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성공이면 true, 실패면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RETRY 버튼에 연결 (타이틀 없이 바로 다시 시작)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TITLE 버튼에 연결 (선택)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Inspector 칸 연결하기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GameManager를 선택하고, Hierarchy의 물체를 같은 이름의 칸으로 끌어다 놓습니다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넣을 것 · 값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Panels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Texts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GOAL!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 OVER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 Limit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When Time Up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체크 안 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Sound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Sfx Source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오브젝트의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컴포넌트 제목을 끌어다 놓기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6에서 채움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 이름 앞에 작은 동그라미 버튼을 눌러 목록에서 골라도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버튼 연결 · 씬 목록 등록 · 첫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버튼마다 '눌렀을 때 GameManager의 어떤 함수를 부를지' 정합니다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Button 컴포넌트 아래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생긴 칸(None (Object))에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같은 방법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확인 → 창 닫기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RETRY가 씬을 다시 불러오려면 씬이 목록에 있어야 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가운데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타이틀 → START → HUD → ▶ 다시 눌러 Stop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60초 뒤 결과 화면과 RETRY까지 확인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타이틀에서는 아무것도 움직이지 않는다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699512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→ 타이틀이 사라지고 SCORE가 보인다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2555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1861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Console에 빨간 에러가 없다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52425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45490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Stop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붙이고 값 넣기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차례로. 끌어다 놓을 스크립트는 Project의 _Project/Scripts 에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Board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TiltBoard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Inspector로 끌어다 놓기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Rigidbody가 자동으로 붙고 Is Kinematic도 스크립트가 켭니다 · Max Angle 12 · Tilt Speed 40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Collision Detection = Continuous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5587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맨 위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▾ → Player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920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29381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8920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1033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Capsule Collider의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Trigger 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Win ✓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133217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Bonus Per Second 10 (기본값)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693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35154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4693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48767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FallZone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Box Collider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Trigger 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Mesh Renderer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체크 해제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(Is Win 해제)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368296" y="57881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▾ → Player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 Inspector 맨 위 이름 아래에 있습니다.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Trigger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 Collider 컴포넌트 안에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TiltBoard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5주차 조작 레시피 그대로입니다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레시피 C: 판 기울이기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Board (판 · 벽은 자식으로)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TiltBoard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최대 기울기(도)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maxAngle = 12f;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초당 기울어지는 각도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tiltSpeed = 40f;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angleX, angleZ;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TiltBoard.cs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0f, v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h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h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(kb.wKey.isPressed || kb.upArrowKey.isPressed) v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(kb.sKey.isPressed || kb.downArrowKey.isPressed) v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angleX += v * tiltSpeed *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angleZ -= h * tiltSpeed *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angleX = Mathf.Clamp(angleX, -maxAngle, maxAngle);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angleZ = Mathf.Clamp(angleZ, -maxAngle, maxAngle);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rb.MoveRotation(Quaternion.Euler(angleX, 0f, angleZ));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TiltBoard.cs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EndZone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공(Player 태그)이 들어오면 게임을 끝내는 구역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골인 지점이면 Is Win 체크, 떨어지는 구역이면 비움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Is Trigger를 켠 Collider가 있는 물체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EndZone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isWin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 때 남은 시간 1초당 보너스 점수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bonusPerSecond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OnTriggerEnter(Collider other)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(!other.CompareTag("Player")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gm.AddScore(Mathf.CeilToInt(gm.TimeLeft) * bonusPerSecond);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gm.SpawnFx(effect, other.transform.position);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gm.EndGame(isWin);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EndZone.cs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판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▶ Play 로 직접 해 봅니다. 이기는 판 · 지는 판을 각각 한 번씩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공이 골에 닿으면 GOAL!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밖으로 떨어짐 · 60초 초과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시간 1초 × 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타이틀에서 공이 굴러가지 않는다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 A S D로 판이 기울고 벽도 같이 기운다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골에 닿으면 GOAL! + 남은 시간 보너스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위쪽으로 떨어지면 · 60초 지나면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 판정이 안 되면 → 공 Tag = Player, Goal의 Is Trigger 확인. 벽이 안 따라 기울면 → 벽이 Board의 자식인지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미로 벽을 더 추가하거나 골을 옮겨 난이도 조절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여기까지 되면 '한 판 완주'와 '화면 3개'가 끝난 것입니다.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 · 백업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소리 구하기 · 가져오기 · 스피커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어디서 받았는지 꼭 적어 두세요 (발표 때 말합니다)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(kenney.nl) — CC0, 출처 표기 없이 사용 가능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595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버튼으로 효과음 생성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62046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효과음 · 음악, 라이선스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스피커 (새로)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AudioClip = 배경음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.wav · .ogg · .mp3 를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 · 이름은 영어 (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5434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10043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543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07263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(귀)는 지우지 않습니다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번 터지고 사라지는 파티클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FX_Hit 하나를 만들고, 색만 바꾼 FX_Win 을 복제합니다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Main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Duration · Looping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 · 4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Color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게임에 맞는 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Stop Action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(다 터지면 삭제)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Emission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Rate over Time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Bursts 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 · Radius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표대로 설정 → Scene 뷰에서 '퍽' 터지는지 확인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FX_Hit 를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끌기 → Hierarchy의 FX_Hit 삭제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FX_Hit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더블클릭해 Start Color 변경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칸 채우기 — 이 게임의 소리 · 이펙트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소리는 _Project/Audio 의 파일을, 이펙트는 _Project/Prefabs 의 FX_ 를 끌어다 놓습니다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선택할 물체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채울 칸 → 넣을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Goal (EndZone)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Clip (골인 효과음) · Effect (FX_Win)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FallZone (EndZone)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Clip (떨어지는 소리)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칸이 있어도 에러는 나지 않습니다.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가지부터 채우세요.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설정 → Windows로 빌드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발표는 빌드한 .exe로 합니다. 처음 빌드는 몇 분 걸립니다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맨 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TiltBall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파일 이름이 됩니다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펼치기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끄는 키는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(GameManager에 들어 있음)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옆에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 없으면 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 Platform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먼저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· 번호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프로젝트 폴더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만들어 선택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폴더 안에는 절대 만들지 마세요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TiltBall.exe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실행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TiltBall_Data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빼도 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 하나만 복사하면 실행되지 않습니다.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통째로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옮기세요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실행 확인 · 압축 · 다른 PC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 날 처음 실행해 보는 일이 없도록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TiltBall.exe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 → 타이틀 → 한 판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"Windows의 PC 보호" 창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정보 → 실행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만든 프로그램이라 뜨는 정상 경고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폴더가 있으면 지우기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게임엔진기초_6주차_학번_이름.zip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폴더나 다른 PC에 풀어서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다시 실행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성공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Unity를 끈 상태에서 .exe만으로 실행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6995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타이틀부터 시작한다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30375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9682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소리가 난다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3063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2369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 · ESC가 동작한다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 체크 — Hierarchy와 필수 네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 Hierarchy가 왼쪽과 같으면 구조는 끝났습니다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TiltBoard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Floor · Wall_L · Wall_R · Wall_B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Wall_1 · Wall_2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Goal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EndZone (Is Win ✓)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Rigidbody · Tag Player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FallZone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EndZone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→ 플레이 → 결과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· HUD ·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실패에 소리 + 이펙트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.exe로 다른 PC에서 실행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Console의 빨간 줄을 더블클릭하면 문제의 줄로 갑니다. 맨 위 에러부터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이런 증상 · 메시지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 → 해결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4의 씬 목록 등록 (Build Profiles &gt; Open Scene List &gt; Add Open Scenes)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Inspector 칸이 비어 있음 → 메시지에 나온 칸 이름을 찾아 채우기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EventSystem 선택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버튼을 눌러도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On Click에 GameManager · 함수 연결 · EventSystem 있는지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글자가 □ 로 나온다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한글 · 중국어 → 영어로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판정(골 · 낙하 · 배수구 등)이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Tag = Player · Is Trigger ✓ · 공에 Rigidbody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 하자마자 물체가 튀거나 떨어진다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표의 Position · Scale 숫자를 다시 확인 (겹치거나 떠 있음)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게임만: 골 판정이 안 되면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Tag = Player, Goal의 Is Trigger 확인. 벽이 안 따라 기울면 → 벽이 Board의 자식인지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2026-10-19T05:50:52Z</dcterms:created>
  <dcterms:modified xsi:type="dcterms:W3CDTF">2026-10-19T05:50:52Z</dcterms:modified>
</cp:coreProperties>
</file>