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c4e6bc5-f7ae-bb4c-ec22-b14a0a779165}">
          <p14:sldIdLst>
            <p14:sldId id="256"/>
            <p14:sldId id="257"/>
            <p14:sldId id="258"/>
          </p14:sldIdLst>
        </p14:section>
        <p14:section name="STEP 1" id="{b92753ef-cc51-089a-3c94-6eb956a5eecc}">
          <p14:sldIdLst>
            <p14:sldId id="259"/>
            <p14:sldId id="260"/>
            <p14:sldId id="261"/>
          </p14:sldIdLst>
        </p14:section>
        <p14:section name="STEP 2" id="{92b7363f-fd17-7b99-3418-9ac7a354f406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1000e255-03d5-19ca-3316-4e4d44a19d84}">
          <p14:sldIdLst>
            <p14:sldId id="267"/>
            <p14:sldId id="268"/>
            <p14:sldId id="269"/>
          </p14:sldIdLst>
        </p14:section>
        <p14:section name="STEP 4" id="{55e1fa5d-57b2-7539-1444-8faf03a5f79a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f9af5e2b-71c6-95d0-a4c9-66bec92b27d6}">
          <p14:sldIdLst>
            <p14:sldId id="277"/>
            <p14:sldId id="278"/>
            <p14:sldId id="279"/>
            <p14:sldId id="280"/>
            <p14:sldId id="281"/>
          </p14:sldIdLst>
        </p14:section>
        <p14:section name="STEP 6" id="{81690818-3413-2fe9-7682-0af28a9546cb}">
          <p14:sldIdLst>
            <p14:sldId id="282"/>
            <p14:sldId id="283"/>
            <p14:sldId id="284"/>
          </p14:sldIdLst>
        </p14:section>
        <p14:section name="STEP 7" id="{2be60571-5080-46cb-c833-e90756102bf8}">
          <p14:sldIdLst>
            <p14:sldId id="285"/>
            <p14:sldId id="286"/>
          </p14:sldIdLst>
        </p14:section>
        <p14:section name="마무리" id="{a37ba126-1880-7249-89b3-386a679f0d18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D · 캐터펄트 타워 붕괴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D · 캐터펄트 타워 붕괴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따라하기 가이드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· 게임 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캐터펄트 타워 붕괴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프로젝트부터 빌드까지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슬라이드를 처음부터 순서대로 따라 하면, 실행 파일(.exe)로 도는 한 판짜리 게임이 완성됩니다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완성하면 이런 게임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Space를 눌러 힘을 모았다가 놓아 발사체를 던지고, 탑 위의 왕관을 떨어뜨린다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398264"/>
            <a:ext cx="5486400" cy="5486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23944"/>
            <a:ext cx="274320" cy="27432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1353312" y="3904488"/>
            <a:ext cx="219456" cy="219456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9" name="Shape 7"/>
          <p:cNvSpPr/>
          <p:nvPr/>
        </p:nvSpPr>
        <p:spPr>
          <a:xfrm>
            <a:off x="4878324" y="412394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5166360" y="412394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5454396" y="412394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2342" y="384962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10378" y="384962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66360" y="3575304"/>
            <a:ext cx="274320" cy="274320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221224" y="3246120"/>
            <a:ext cx="164592" cy="329184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6" name="Shape 14"/>
          <p:cNvSpPr/>
          <p:nvPr/>
        </p:nvSpPr>
        <p:spPr>
          <a:xfrm flipV="1">
            <a:off x="1600200" y="3218688"/>
            <a:ext cx="1508760" cy="630936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08960" y="3218688"/>
            <a:ext cx="1865376" cy="192024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옆에서 본 배치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왕관이 땅으로 떨어지면 CLEAR!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3번을 다 쏘고도 왕관이 남음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 + 남은 기회 × 100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Space 누르고 있다가 떼기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"CROWN CATAPULT" → 플레이 → 결과 · 측면뷰 · 옆에서 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진행 순서와 메뉴 이름 안내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STEP이 끝날 때마다 Ctrl + S. 막히면 맨 뒤 '막혔을 때' 쪽을 보세요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메뉴 이름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버전 자료의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같은 메뉴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 · 버튼은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빌드에 따라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TextMesh Pro - Text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처럼 순서가 바뀌어 보일 수 있음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691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6245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스크립트는 직접 만들지 않고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받은 파일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씁니다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41738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41071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기준입니다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프로젝트 · 폴더와 씬 · 스크립트 받기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4~6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 · 물체 배치 (숫자 그대로) · 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7~11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Canvas · 패널 3개 · 글자와 버튼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12~14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· 칸 연결 · 버튼 · 씬 목록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15~21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조작과 규칙 스크립트 · 한 판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22~26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소리 · 배경음 · 파티클 · 칸 채우기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27~29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 설정 · Windows 빌드 ·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30~31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 체크 · 막혔을 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32~33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Hub에서 시작합니다. 이 게임 전용 프로젝트입니다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 (6.3 LTS)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처음이면 오른쪽에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버튼이 보일 수 있습니다 → 눌러서 받은 뒤 진행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308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7917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330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51377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CrownCatapult_학번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CrownCatapult_20251234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90772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· 숫자 · 밑줄만. 한글 · 띄어쓰기 금지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6173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30782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617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80027"/>
            <a:ext cx="69494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에디터가 열릴 때까지 기다리기 (몇 분)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열린 화면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가운데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뷰 · 옆에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아래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안에 Main Camera · Directional Light · Global Volume 이 이미 있습니다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폴더와 씬 정리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내가 만드는 것은 모두 Assets/_Project 안에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반복해 7개: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끌어다 옮기기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더블클릭으로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(템플릿 기본 폴더)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받기 · 입력 설정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게임에 필요한 스크립트는 아래 표가 전부입니다. 직접 만들지 마세요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드라이브 폴더 (게임엔진기초_6주차_스크립트)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0_공통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점수 · 시간 · 결과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LaunchForce.cs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D_캐터펄트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힘 모아 발사 · 3번 기회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Crown.cs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D_캐터펄트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왕관이 떨어지면 성공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파일 받기 → 파일 탐색기에서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5641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6102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564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582418"/>
            <a:ext cx="3593592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44093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바꾸지 않습니다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재질(Material)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색은 꾸미기가 아니라 '역할 표시'입니다. 아래 표의 재질만 만듭니다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입력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오른쪽 흰 칸 클릭 → 색 창의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표의 값 입력 → 창 닫기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표의 재질을 모두 같은 방법으로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· 벽 · 나머지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조작하는 것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맞히거나 피할 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· 지켜야 하는 것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물체를 만드는 공통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다음 쪽의 표를 한 줄씩 이 방법으로 만듭니다. 숫자는 Inspector의 Transform 칸에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도형: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(또는 Sphere · Capsule · Cylinder)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오브젝트: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(Ctrl + Shift +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만들자마자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Position · Rotation · Scale 칸에 표의 숫자 입력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'—' 는 기본값 그대로 (Rotation 0, 0, 0 · Scale 1, 1, 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재질: 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Hierarchy의 물체 위로 끌어다 놓기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표시는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만든 뒤 Hierarchy에서 위쪽 부모 위로 끌어다 놓기 → 그다음 숫자 입력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07078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자식의 Position은 부모 기준 좌표입니다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2495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67104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624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43247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물체 여러 개: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복제 → 이름 · 숫자만 고치기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이동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회전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크기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선택한 물체로 화면 이동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이름 바꾸기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되돌리기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바닥 · 발사대 · 발사체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(1/2)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Floor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-0.1,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30, 0.2, 6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위쪽 면 = Y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Launcher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-8, 0.5, 0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발사대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Projectile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-8, 1.4, 0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0.8, 0.8, 0.8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M_Player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발사대 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탑과 왕관 (Tower의 자식)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(2/2)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Tower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아래 좌표는 Tower 기준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Block_01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-1.05, 0.5, 0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1층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Block_02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1층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Block_03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1.05, 0.5, 0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1층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Block_04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-0.525, 1.5, 0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2층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Block_05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0.525, 1.5, 0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2층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Block_06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0, 2.5, 0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3층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Crown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Capsule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0, 3.6, 0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0.6, 0.6, 0.6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M_Goal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왕관 · 꼭대기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751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8171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7424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블록끼리 0.05씩 틈을 둔 좌표입니다. 겹치면 Play 하자마자 탑이 튀어 오릅니다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카메라 고정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게임은 카메라가 움직이지 않습니다. 숫자로 한 번에 맞춥니다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 위쪽 화면비 칸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 (-1, 3, -14)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Rotation (5,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탭에서 확인 → 앞 쪽의 '완성 모습'과 같은 배치면 성공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0" y="3770528"/>
            <a:ext cx="3520440" cy="3520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41055" y="3594506"/>
            <a:ext cx="176022" cy="176022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657" y="3453689"/>
            <a:ext cx="140818" cy="14081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20540" y="3594506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05363" y="3594506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90186" y="3594506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12951" y="3418484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97775" y="3418484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05363" y="3242462"/>
            <a:ext cx="176022" cy="1760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40567" y="3031236"/>
            <a:ext cx="105613" cy="211226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8617077" y="3013634"/>
            <a:ext cx="968121" cy="404851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585198" y="3013634"/>
            <a:ext cx="1196950" cy="123215"/>
          </a:xfrm>
          <a:prstGeom prst="line">
            <a:avLst/>
          </a:prstGeom>
          <a:noFill/>
          <a:ln w="25400">
            <a:solidFill>
              <a:srgbClr val="2F6FEB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옆에서 본 배치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넣었는데도 다르게 보이면 Rotation의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· Y · Z 순서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다시 확인하세요.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Canvas 만들고 화면 크기 기준 정하기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UI는 모두 Canvas 안에 들어갑니다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함께 생깁니다. 지우지 마세요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창이 뜨면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끝나면 창 닫기 → 방금 생긴 글자는 지워도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위쪽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 켜기 → Canvas 더블클릭하면 UI 전체가 보입니다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작업이 끝나면 2D 버튼을 다시 끄면 3D로 돌아옵니다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한글은 네모(□)로 깨집니다.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TMP 글꼴에 한글이 없습니다. UI 글자는 영어로 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패널 3개 = 화면 3개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이름을 그대로 맞춰 주세요. 글자는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"CROWN CATAPULT"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"HOLD SPACE &amp; RELEASE!"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배경 투명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"CLEAR!"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번 → 각각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이름 바꾸기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Image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(알파)를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· 글자 입력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버튼 아래 자식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글자 바꾸기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위치 잡기 — 앵커부터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Rect Transform 왼쪽 위 네모(Anchor Presets)를 Alt + Shift 누른 채 클릭하면 위치까지 붙습니다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앵커 (Alt + Shift)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 X · Pos 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Width × Height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Font Size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-260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bottom-center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200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420 × 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(버튼 글자)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top-left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top-right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 ×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1000 × 100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 X · Pos Y는 앵커를 붙인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입력합니다. 글자 가운데 정렬: TextMeshPro의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가운데 버튼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오브젝트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게임의 시작 · 점수 · 시간 · 끝을 맡는 관리자입니다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→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체크 해제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 스피커입니다. AudioClip 칸은 비워 둡니다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GameManager 오브젝트의 Inspector로 끌어다 놓기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쪽들의 코드는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읽기용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파일을 받았으면 따라 칠 필요 없습니다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코드에서 볼 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START 버튼이 부른다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AddScore(점수)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점수 올리기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성공 · 실패로 끝내기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RETRY 버튼이 부른다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타이틀 → 플레이 → 결과 흐름, 점수 · 시간 · 소리 · 이펙트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0이면 시간 제한 없음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체크: 시간이 끝나면 성공 (두더지처럼 버티는 게임)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타이틀에서는 시간을 멈춰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빌드에서 ESC = 게임 종료 (에디터에서는 무시됨)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타이틀의 START 버튼에 연결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성공이면 true, 실패면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RETRY 버튼에 연결 (타이틀 없이 바로 다시 시작)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TITLE 버튼에 연결 (선택)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Inspector 칸 연결하기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GameManager를 선택하고, Hierarchy의 물체를 같은 이름의 칸으로 끌어다 놓습니다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넣을 것 · 값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Panels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Texts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CLEAR!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 OVER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 Limit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(시간 제한 없음)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When Time Up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체크 안 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Sound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Sfx Source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오브젝트의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컴포넌트 제목을 끌어다 놓기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6에서 채움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 이름 앞에 작은 동그라미 버튼을 눌러 목록에서 골라도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버튼 연결 · 씬 목록 등록 · 첫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버튼마다 '눌렀을 때 GameManager의 어떤 함수를 부를지' 정합니다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Button 컴포넌트 아래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생긴 칸(None (Object))에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같은 방법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확인 → 창 닫기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RETRY가 씬을 다시 불러오려면 씬이 목록에 있어야 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가운데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타이틀 → START → HUD → ▶ 다시 눌러 Stop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게임은 시간 제한이 없어 결과 화면은 STEP 5에서 확인합니다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타이틀에서는 아무것도 움직이지 않는다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699512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→ 타이틀이 사라지고 SCORE가 보인다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2555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1861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Console에 빨간 에러가 없다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52425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45490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Stop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붙이고 값 넣기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차례로. 끌어다 놓을 스크립트는 Project의 _Project/Scripts 에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Projectile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LaunchForce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 (Rigidbody 자동)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Power 15 · Charge Time 1.5 · Direction (1, 1, 0) · Shots 3 · Reset Delay 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Block_01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+ 클릭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Block_06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5587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맞으면 무너지도록 물리를 맡깁니다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920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29381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8920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1033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Crown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4041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45019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404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42239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Crown의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Launcher 칸 ← Projectile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끌기 ·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 Height 1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Bonus Per Shot 100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645281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왕관 처음 높이 3.6 &gt; Win Height 1 인지 꼭 확인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LaunchForce — 코드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레시피 D 6주차판: 기회 N번, 쏜 뒤 몇 초 지나면 제자리로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발사체 (5주차 파일을 이 내용으로 바꾸기)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LaunchForce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maxPower = 15f;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chargeTime = 1.5f;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Vector3 direction = new Vector3(1f, 1f, 0f);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발사 기회 · 쏜 뒤 돌아오기까지 시간(초)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shots = 3;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resetDelay = 3f;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launchClip;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ShotsLeft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startPos;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Quaternion startRot;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charge;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launched;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LaunchForce.cs  1/4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startPos =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startRot = transform.rotation;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ShotsLeft = shots;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 || launched)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(kb.spaceKey.isPressed)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charge = Mathf.Min(charge + Time.deltaTime, chargeTime);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LaunchForce.cs  2/4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LaunchForce — 코드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(kb.spaceKey.wasReleasedThisFrame)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launched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ShotsLeft--;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rb.isKinematic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power = maxPower * (charge / chargeTime);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rb.AddForce(direction.normalized * power, ForceMode.Impulse);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GameManager.Instance.PlaySfx(launchClip);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charge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Invoke(nameof(ResetShot), resetDelay);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ResetShot()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LaunchForce.cs  3/4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기회를 다 썼는데 왕관이 남아 있으면 실패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(ShotsLeft &lt;=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GameManager.Instance.EndGame(false);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rb.angularVelocity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transform.SetPositionAndRotation(startPos, startRot);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launched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ShowInfo()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percent = Mathf.RoundToInt(charge / chargeTime * 100f);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info = "SHOTS " + ShotsLeft + "   POWER " + percent + "%";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GameManager.Instance.SetInfo(info);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LaunchForce.cs  4/4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Crown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왕관: 정해 둔 높이보다 낮아지면(떨어지면) 성공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탑 꼭대기의 왕관 (Rigidbody 필요)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Crown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바닥 높이보다 조금 위로 맞추기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winHeight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LaunchForce launcher;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남은 기회 1번당 보너스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bonusPerShot = 100;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winEffect;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(transform.position.y &lt; winHeight)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gm.AddScore(100 + launcher.ShotsLeft * bonusPerShot);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gm.PlaySfx(winClip);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gm.SpawnFx(winEffect, 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gm.EndGame(true);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Crown.cs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판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▶ Play 로 직접 해 봅니다. 이기는 판 · 지는 판을 각각 한 번씩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왕관이 땅으로 떨어지면 CLEAR!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3번을 다 쏘고도 왕관이 남음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 + 남은 기회 × 100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INFO에 SHOTS 3 · POWER 0% 가 보인다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Space를 누르는 동안 POWER % 가 오르고, 떼면 발사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3초 뒤 발사체가 제자리로, SHOTS −1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왕관이 떨어지면 CLEAR! · 3번 다 쓰면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하자마자 CLEAR가 뜨면 → Win Height가 왕관 처음 높이보다 높은 것. 발사체가 안 닿으면 Max Power를 올리기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블록을 더 쌓거나 탑을 더 멀리 옮겨 난이도 조절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여기까지 되면 '한 판 완주'와 '화면 3개'가 끝난 것입니다.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 · 백업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소리 구하기 · 가져오기 · 스피커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어디서 받았는지 꼭 적어 두세요 (발표 때 말합니다)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(kenney.nl) — CC0, 출처 표기 없이 사용 가능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595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버튼으로 효과음 생성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62046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효과음 · 음악, 라이선스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스피커 (새로)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AudioClip = 배경음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.wav · .ogg · .mp3 를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 · 이름은 영어 (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5434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10043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543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07263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(귀)는 지우지 않습니다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번 터지고 사라지는 파티클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FX_Hit 하나를 만들고, 색만 바꾼 FX_Win 을 복제합니다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Main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Duration · Looping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 · 4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Color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게임에 맞는 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Stop Action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(다 터지면 삭제)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Emission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Rate over Time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Bursts 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 · Radius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표대로 설정 → Scene 뷰에서 '퍽' 터지는지 확인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FX_Hit 를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끌기 → Hierarchy의 FX_Hit 삭제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FX_Hit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더블클릭해 Start Color 변경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칸 채우기 — 이 게임의 소리 · 이펙트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소리는 _Project/Audio 의 파일을, 이펙트는 _Project/Prefabs 의 FX_ 를 끌어다 놓습니다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선택할 물체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채울 칸 → 넣을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Projectile (LaunchForce)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Launch Clip (휙)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Crown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(왕관 떨어짐) · Win Effect (FX_Win)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칸이 있어도 에러는 나지 않습니다.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가지부터 채우세요.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설정 → Windows로 빌드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발표는 빌드한 .exe로 합니다. 처음 빌드는 몇 분 걸립니다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맨 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CrownCatapult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파일 이름이 됩니다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펼치기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끄는 키는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(GameManager에 들어 있음)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옆에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 없으면 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 Platform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먼저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· 번호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프로젝트 폴더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만들어 선택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폴더 안에는 절대 만들지 마세요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CrownCatapult.exe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실행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CrownCatapult_Data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빼도 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 하나만 복사하면 실행되지 않습니다.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통째로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옮기세요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실행 확인 · 압축 · 다른 PC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 날 처음 실행해 보는 일이 없도록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CrownCatapult.exe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 → 타이틀 → 한 판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"Windows의 PC 보호" 창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정보 → 실행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만든 프로그램이라 뜨는 정상 경고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폴더가 있으면 지우기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게임엔진기초_6주차_학번_이름.zip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폴더나 다른 PC에 풀어서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다시 실행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성공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Unity를 끈 상태에서 .exe만으로 실행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6995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타이틀부터 시작한다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30375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9682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소리가 난다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3063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2369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 · ESC가 동작한다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 체크 — Hierarchy와 필수 네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 Hierarchy가 왼쪽과 같으면 구조는 끝났습니다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· Launcher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LaunchForce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Block_01 ~ Block_06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Rigidbody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Crown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Rigidbody · Crown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→ 플레이 → 결과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· HUD ·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실패에 소리 + 이펙트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.exe로 다른 PC에서 실행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Console의 빨간 줄을 더블클릭하면 문제의 줄로 갑니다. 맨 위 에러부터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이런 증상 · 메시지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 → 해결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4의 씬 목록 등록 (Build Profiles &gt; Open Scene List &gt; Add Open Scenes)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Inspector 칸이 비어 있음 → 메시지에 나온 칸 이름을 찾아 채우기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EventSystem 선택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버튼을 눌러도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On Click에 GameManager · 함수 연결 · EventSystem 있는지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글자가 □ 로 나온다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한글 · 중국어 → 영어로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판정(골 · 낙하 · 배수구 등)이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Tag = Player · Is Trigger ✓ · 공에 Rigidbody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 하자마자 물체가 튀거나 떨어진다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표의 Position · Scale 숫자를 다시 확인 (겹치거나 떠 있음)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게임만: START 하자마자 CLEAR가 뜨면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Height가 왕관 처음 높이보다 높은 것. 발사체가 안 닿으면 Max Power를 올리기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2026-10-19T05:50:53Z</dcterms:created>
  <dcterms:modified xsi:type="dcterms:W3CDTF">2026-10-19T05:50:53Z</dcterms:modified>
</cp:coreProperties>
</file>