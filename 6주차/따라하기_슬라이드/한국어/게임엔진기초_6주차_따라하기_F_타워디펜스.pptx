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7151115-c6a2-97e9-5da3-6040aed9c4e1}">
          <p14:sldIdLst>
            <p14:sldId id="256"/>
            <p14:sldId id="257"/>
            <p14:sldId id="258"/>
          </p14:sldIdLst>
        </p14:section>
        <p14:section name="STEP 1" id="{eab02bab-539d-2eed-2b21-5ccda7bcf2f2}">
          <p14:sldIdLst>
            <p14:sldId id="259"/>
            <p14:sldId id="260"/>
            <p14:sldId id="261"/>
          </p14:sldIdLst>
        </p14:section>
        <p14:section name="STEP 2" id="{83e7e4fc-1992-741b-87be-b9537235fd7a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TEP 3" id="{eeacf11e-ed7f-d0f1-dc1e-14ca9c95076b}">
          <p14:sldIdLst>
            <p14:sldId id="268"/>
            <p14:sldId id="269"/>
            <p14:sldId id="270"/>
          </p14:sldIdLst>
        </p14:section>
        <p14:section name="STEP 4" id="{b31c54f4-c56c-c082-158f-1ae28324df5d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TEP 5" id="{c70def3d-06f0-f380-1ec2-17660245578a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STEP 6" id="{6a31a5e3-79d9-94a6-c079-665ecf7a36a0}">
          <p14:sldIdLst>
            <p14:sldId id="290"/>
            <p14:sldId id="291"/>
            <p14:sldId id="292"/>
          </p14:sldIdLst>
        </p14:section>
        <p14:section name="STEP 7" id="{91cf7d5b-6ac6-2f99-0f68-4f2c32389c36}">
          <p14:sldIdLst>
            <p14:sldId id="293"/>
            <p14:sldId id="294"/>
          </p14:sldIdLst>
        </p14:section>
        <p14:section name="마무리" id="{0896cc7f-e043-746a-084a-54ec4674ce01}">
          <p14:sldIdLst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F · 타워 디펜스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F · 타워 디펜스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따라하기 가이드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· 게임 F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타워 디펜스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프로젝트부터 빌드까지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슬라이드를 처음부터 순서대로 따라 하면, 실행 파일(.exe)로 도는 한 판짜리 게임이 완성됩니다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완성하면 이런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길을 따라 오는 적을, 칸을 클릭해 세운 타워로 막는다. 3웨이브를 버티면 승리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693868" y="2181113"/>
            <a:ext cx="5378824" cy="322729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693868" y="2557631"/>
            <a:ext cx="2017059" cy="32272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8" name="Shape 6"/>
          <p:cNvSpPr/>
          <p:nvPr/>
        </p:nvSpPr>
        <p:spPr>
          <a:xfrm>
            <a:off x="2415092" y="2557631"/>
            <a:ext cx="322729" cy="2205318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9" name="Shape 7"/>
          <p:cNvSpPr/>
          <p:nvPr/>
        </p:nvSpPr>
        <p:spPr>
          <a:xfrm>
            <a:off x="2415092" y="4440219"/>
            <a:ext cx="1936376" cy="32272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10" name="Shape 8"/>
          <p:cNvSpPr/>
          <p:nvPr/>
        </p:nvSpPr>
        <p:spPr>
          <a:xfrm>
            <a:off x="4028739" y="2826572"/>
            <a:ext cx="322729" cy="1936376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11" name="Shape 9"/>
          <p:cNvSpPr/>
          <p:nvPr/>
        </p:nvSpPr>
        <p:spPr>
          <a:xfrm>
            <a:off x="4028739" y="2826572"/>
            <a:ext cx="1936376" cy="32272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6904" y="3068619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3" name="Shape 11"/>
          <p:cNvSpPr/>
          <p:nvPr/>
        </p:nvSpPr>
        <p:spPr>
          <a:xfrm>
            <a:off x="1984786" y="3068619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1609" y="3337560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1609" y="3875442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6" name="Shape 14"/>
          <p:cNvSpPr/>
          <p:nvPr/>
        </p:nvSpPr>
        <p:spPr>
          <a:xfrm>
            <a:off x="3598433" y="3337560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8433" y="3875442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8668" y="3337560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19" name="Shape 17"/>
          <p:cNvSpPr/>
          <p:nvPr/>
        </p:nvSpPr>
        <p:spPr>
          <a:xfrm>
            <a:off x="3195021" y="4951207"/>
            <a:ext cx="376518" cy="376518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5736515" y="2786231"/>
            <a:ext cx="403412" cy="40341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858845" y="3404795"/>
            <a:ext cx="242047" cy="242047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65668" y="3942678"/>
            <a:ext cx="242047" cy="242047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23" name="Shape 21"/>
          <p:cNvSpPr/>
          <p:nvPr/>
        </p:nvSpPr>
        <p:spPr>
          <a:xfrm>
            <a:off x="1688951" y="2638313"/>
            <a:ext cx="161365" cy="161365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95774" y="3310666"/>
            <a:ext cx="161365" cy="161365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3033656" y="4520901"/>
            <a:ext cx="161365" cy="161365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3웨이브를 모두 막으면 VICTORY!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기지 체력 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+10 · 남은 체력 × 100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왼쪽 클릭 (타일에 타워 설치)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"BLOCK DEFENSE" → 플레이 → 결과 · 탑뷰 · 위에서 똑바로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진행 순서와 메뉴 이름 안내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STEP이 끝날 때마다 Ctrl + S. 막히면 맨 뒤 '막혔을 때' 쪽을 보세요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메뉴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버전 자료의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같은 메뉴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 · 버튼은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빌드에 따라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TextMesh Pro - Text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 순서가 바뀌어 보일 수 있음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691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6245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스크립트는 직접 만들지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받은 파일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41738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41071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기준입니다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프로젝트 · 폴더와 씬 · 스크립트 받기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4~6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 · 물체 배치 (숫자 그대로) · 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7~12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Canvas · 패널 3개 · 글자와 버튼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13~15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· 칸 연결 · 버튼 · 씬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16~22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조작과 규칙 스크립트 · 한 판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23~34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배경음 · 파티클 · 칸 채우기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35~37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 설정 · Windows 빌드 ·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38~39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체크 · 막혔을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40~41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Hub에서 시작합니다. 이 게임 전용 프로젝트입니다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 (6.3 LTS)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처음이면 오른쪽에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버튼이 보일 수 있습니다 → 눌러서 받은 뒤 진행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30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7917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330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51377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BlockDefense_학번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BlockDefense_20251234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90772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· 숫자 · 밑줄만. 한글 · 띄어쓰기 금지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6173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30782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61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80027"/>
            <a:ext cx="69494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에디터가 열릴 때까지 기다리기 (몇 분)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열린 화면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뷰 · 옆에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아래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안에 Main Camera · Directional Light · Global Volume 이 이미 있습니다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폴더와 씬 정리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내가 만드는 것은 모두 Assets/_Project 안에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반복해 7개: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옮기기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더블클릭으로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(템플릿 기본 폴더)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받기 · 입력 설정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게임에 필요한 스크립트는 아래 표가 전부입니다. 직접 만들지 마세요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드라이브 폴더 (게임엔진기초_6주차_스크립트)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0_공통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점수 · 시간 · 결과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ClickHit.cs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F_타워디펜스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클릭한 물체에 신호 보내기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DefenseGame.cs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F_타워디펜스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골드 · 기지 체력 · 웨이브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Enemy.cs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F_타워디펜스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 이동 · 체력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WaveSpawner.cs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F_타워디펜스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웨이브마다 적 생성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Tile.cs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F_타워디펜스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클릭하면 타워 설치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Tower.cs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F_타워디펜스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가까운 적 공격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파일 받기 → 파일 탐색기에서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5641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6102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564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582418"/>
            <a:ext cx="3593592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4093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바꾸지 않습니다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재질(Material)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색은 꾸미기가 아니라 '역할 표시'입니다. 아래 표의 재질만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입력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흰 칸 클릭 → 색 창의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표의 값 입력 → 창 닫기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재질을 모두 같은 방법으로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· 벽 · 나머지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조작하는 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맞히거나 피할 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· 지켜야 하는 것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766560" y="448056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C9B48A"/>
          </a:solidFill>
          <a:ln/>
        </p:spPr>
      </p:sp>
      <p:sp>
        <p:nvSpPr>
          <p:cNvPr id="42" name="Shape 40"/>
          <p:cNvSpPr/>
          <p:nvPr/>
        </p:nvSpPr>
        <p:spPr>
          <a:xfrm>
            <a:off x="6830202" y="4544202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66560" y="4480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7452360" y="44439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M_Road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474573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적이 지나가는 길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75520" y="44439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C9B48A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766560" y="515721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DB8E8"/>
          </a:solidFill>
          <a:ln/>
        </p:spPr>
      </p:sp>
      <p:sp>
        <p:nvSpPr>
          <p:cNvPr id="48" name="Shape 46"/>
          <p:cNvSpPr/>
          <p:nvPr/>
        </p:nvSpPr>
        <p:spPr>
          <a:xfrm>
            <a:off x="6830202" y="522085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766560" y="5157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7452360" y="51206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M_Tile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7452360" y="542239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타워를 세우는 칸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875520" y="512064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9DB8E8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물체를 만드는 공통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다음 쪽의 표를 한 줄씩 이 방법으로 만듭니다. 숫자는 Inspector의 Transform 칸에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(또는 Sphere · Capsule · Cylinder)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오브젝트: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(Ctrl + Shift +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만들자마자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Position · Rotation · Scale 칸에 표의 숫자 입력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'—' 는 기본값 그대로 (Rotation 0, 0, 0 · Scale 1, 1,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재질: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Hierarchy의 물체 위로 끌어다 놓기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표시는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만든 뒤 Hierarchy에서 위쪽 부모 위로 끌어다 놓기 → 그다음 숫자 입력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07078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자식의 Position은 부모 기준 좌표입니다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2495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67104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624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43247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물체 여러 개: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복제 → 이름 · 숫자만 고치기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회전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크기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물체로 화면 이동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 바꾸기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되돌리기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바닥 · 길 · 기지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(1/3)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Floor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-0.1,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20, 0.2, 12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위쪽 면 = Y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Road_1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-6.25, 0.01, 4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7.5, 0.02, 1.2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M_Road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길은 보이기만 (Collider 그대로)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Road_2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-3, 0.01, 0.5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1.2, 0.02, 8.2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M_Road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Road_3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0.01, -3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7.2, 0.02, 1.2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M_Road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Road_4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3, 0.01, 0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1.2, 0.02, 7.2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M_Road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Road_5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6, 0.01, 3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7.2, 0.02, 1.2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M_Road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Base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9.5, 0.75, 3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1.5, 1.5, 1.5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M_Goal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지켜야 할 기지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적이 따라갈 길 표시 (웨이포인트)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(2/3)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Path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WP_0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-9.5, 0.5, 4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WP_1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-3, 0.5, 4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WP_2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-3, 0.5, -3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WP_3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 0.5, -3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WP_4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3, 0.5, 3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WP_5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9, 0.5, 3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기지 앞 · 도착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오브젝트는 Scene 뷰에서 보이지 않습니다. Inspector 맨 위 정육면체 아이콘을 눌러 색 라벨을 붙이면 보입니다 (선택)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타워를 세울 칸 8개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(3/3)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Tiles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-6.5, 0.1, 2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-4.5, 0.1, 2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-1.5, 0.1, 1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-1.5, 0.1, -1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1.5, 0.1, 1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1.5, 0.1, -1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Tile_7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6, 0.1, 1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Tile_8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0.1, -5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1.4, 0.2, 1.4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M_Tile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카메라 고정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게임은 카메라가 움직이지 않습니다. 숫자로 한 번에 맞춥니다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 위쪽 화면비 칸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 (0, 15, 0)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Rotation (90,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Projection = Orthographic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= 6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87065"/>
            <a:ext cx="640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원근 없이 평면도처럼 보입니다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탭에서 확인 → 앞 쪽의 '완성 모습'과 같은 배치면 성공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5514" y="2347856"/>
            <a:ext cx="3451412" cy="2070847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8035514" y="2589455"/>
            <a:ext cx="1294279" cy="207085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5" name="Shape 23"/>
          <p:cNvSpPr/>
          <p:nvPr/>
        </p:nvSpPr>
        <p:spPr>
          <a:xfrm>
            <a:off x="9139966" y="2589455"/>
            <a:ext cx="207085" cy="1415079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39966" y="3797449"/>
            <a:ext cx="1242508" cy="207085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75389" y="2762026"/>
            <a:ext cx="207085" cy="1242508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75389" y="2762026"/>
            <a:ext cx="1242508" cy="207085"/>
          </a:xfrm>
          <a:prstGeom prst="rect">
            <a:avLst/>
          </a:prstGeom>
          <a:solidFill>
            <a:srgbClr val="C9B48A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8712" y="2917339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0" name="Shape 28"/>
          <p:cNvSpPr/>
          <p:nvPr/>
        </p:nvSpPr>
        <p:spPr>
          <a:xfrm>
            <a:off x="8863853" y="2917339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381565" y="3089910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9381565" y="3435051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9899276" y="3089910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9899276" y="3435051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75844" y="3089910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0421" y="4125334"/>
            <a:ext cx="241599" cy="241599"/>
          </a:xfrm>
          <a:prstGeom prst="rect">
            <a:avLst/>
          </a:prstGeom>
          <a:solidFill>
            <a:srgbClr val="9DB8E8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71213" y="2736140"/>
            <a:ext cx="258856" cy="258856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8" name="Shape 36"/>
          <p:cNvSpPr/>
          <p:nvPr/>
        </p:nvSpPr>
        <p:spPr>
          <a:xfrm>
            <a:off x="9424707" y="3133053"/>
            <a:ext cx="155314" cy="155314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39" name="Shape 37"/>
          <p:cNvSpPr/>
          <p:nvPr/>
        </p:nvSpPr>
        <p:spPr>
          <a:xfrm>
            <a:off x="9942419" y="3478194"/>
            <a:ext cx="155314" cy="155314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40" name="Shape 38"/>
          <p:cNvSpPr/>
          <p:nvPr/>
        </p:nvSpPr>
        <p:spPr>
          <a:xfrm>
            <a:off x="8674025" y="2641226"/>
            <a:ext cx="103542" cy="10354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9191737" y="3072653"/>
            <a:ext cx="103542" cy="10354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9536878" y="3849221"/>
            <a:ext cx="103542" cy="10354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넣었는데도 다르게 보이면 Rotation의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· Y · Z 순서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Canvas 만들고 화면 크기 기준 정하기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UI는 모두 Canvas 안에 들어갑니다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함께 생깁니다. 지우지 마세요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창이 뜨면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끝나면 창 닫기 → 방금 생긴 글자는 지워도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위쪽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켜기 → Canvas 더블클릭하면 UI 전체가 보입니다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 끝나면 2D 버튼을 다시 끄면 3D로 돌아옵니다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한글은 네모(□)로 깨집니다.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TMP 글꼴에 한글이 없습니다. UI 글자는 영어로 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패널 3개 = 화면 3개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이름을 그대로 맞춰 주세요. 글자는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"BLOCK DEFENSE"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"CLICK A TILE TO BUILD A TOWER"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배경 투명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"VICTORY!"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번 → 각각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이름 바꾸기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Image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(알파)를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· 글자 입력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버튼 아래 자식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글자 바꾸기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위치 잡기 — 앵커부터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Rect Transform 왼쪽 위 네모(Anchor Presets)를 Alt + Shift 누른 채 클릭하면 위치까지 붙습니다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(Alt + Shift)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 X · Pos 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Width × Height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Font Size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-260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bottom-center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200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420 × 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(버튼 글자)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top-left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top-right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 ×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1000 × 100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 X · Pos Y는 앵커를 붙인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입력합니다. 글자 가운데 정렬: TextMeshPro의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가운데 버튼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오브젝트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게임의 시작 · 점수 · 시간 · 끝을 맡는 관리자입니다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체크 해제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스피커입니다. AudioClip 칸은 비워 둡니다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GameManager 오브젝트의 Inspector로 끌어다 놓기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쪽들의 코드는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읽기용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파일을 받았으면 따라 칠 필요 없습니다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 볼 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START 버튼이 부른다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AddScore(점수)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점수 올리기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 · 실패로 끝내기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RETRY 버튼이 부른다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타이틀 → 플레이 → 결과 흐름, 점수 · 시간 · 소리 · 이펙트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0이면 시간 제한 없음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체크: 시간이 끝나면 성공 (두더지처럼 버티는 게임)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타이틀에서는 시간을 멈춰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빌드에서 ESC = 게임 종료 (에디터에서는 무시됨)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타이틀의 START 버튼에 연결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성공이면 true, 실패면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RETRY 버튼에 연결 (타이틀 없이 바로 다시 시작)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TITLE 버튼에 연결 (선택)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Inspector 칸 연결하기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GameManager를 선택하고, Hierarchy의 물체를 같은 이름의 칸으로 끌어다 놓습니다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넣을 것 · 값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Panels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Texts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VICTORY!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 OVER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Limit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(시간 제한 없음)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When Time Up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체크 안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Sound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Sfx Source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오브젝트의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컴포넌트 제목을 끌어다 놓기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6에서 채움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 이름 앞에 작은 동그라미 버튼을 눌러 목록에서 골라도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버튼 연결 · 씬 목록 등록 · 첫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버튼마다 '눌렀을 때 GameManager의 어떤 함수를 부를지' 정합니다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Button 컴포넌트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생긴 칸(None (Object))에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같은 방법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확인 → 창 닫기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RETRY가 씬을 다시 불러오려면 씬이 목록에 있어야 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가운데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타이틀 → START → HUD → ▶ 다시 눌러 Stop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게임은 시간 제한이 없어 결과 화면은 STEP 5에서 확인합니다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타이틀에서는 아무것도 움직이지 않는다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699512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타이틀이 사라지고 SCORE가 보인다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2555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1861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Console에 빨간 에러가 없다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52425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45490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프리팹 두 개 만들기 (적 · 타워)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여러 번 만들어 쓰는 물체는 프리팹(틀)으로 저장합니다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 프리팹: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Capsule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P_Enemy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Scale (0.5, 0.5, 0.5) · M_Danger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1054303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Speed 2 · Hp 3 · Reward 10 · Score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1054303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P_Enemy를 Hierarchy에서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놓기 → 파란 아이콘이 생기면 Hierarchy의 P_Enemy 삭제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258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2718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225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44088"/>
            <a:ext cx="10543032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타워 프리팹: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Object &gt; Cylinder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P_Tower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Scale (0.6, 0.6, 0.6) · M_Player →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끌기 (Range 3 · Fire Interval 0.8 · Damage 1)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709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9170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70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89248"/>
            <a:ext cx="10543032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P_Tower도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프리팹으로 → Hierarchy의 P_Tower 삭제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5229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76272" y="55885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55138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프리팹을 고칠 때는 Project의 프리팹을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더블클릭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열고 고친 뒤, 왼쪽 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돌아옵니다.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붙이고 값 넣기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차례로. 끌어다 놓을 스크립트는 Project의 _Project/Scripts 에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DefenseGame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DefenseGame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끌기 (Gold 100 · Base Hp 10)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2955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끌기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 Prefab ← Project의 P_Enemy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0757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77977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WaveSpawner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자물쇠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잠금 → WP_0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+ 클릭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WP_5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Waypoints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글자 위로 끌기 → 잠금 해제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02661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Element 0 = WP_0 … Element 5 = WP_5 순서인지 확인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388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3849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38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35711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8508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38969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8508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869182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Tile_1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+ 클릭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Tile_8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Tower Prefab ← P_Tower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Cost 50 · Offset (0, 0.7, 0)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ClickHit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레시피 A 6주차판: 클릭한 물체에 OnClicked 메시지를 보낸다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Main Camera (5주차 파일을 이 내용으로 바꾸기)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ClickHit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 mouse = Mouse.current;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(mouse.leftButton.wasPressedThisFrame)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Vector2 screenPos = mouse.position.ReadValue();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Ray ray = Camera.main.ScreenPointToRay(screenPos);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(Physics.Raycast(ray, out RaycastHit hit))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맞은 물체에 OnClicked가 있으면 실행 (Mole · Tile)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hit.collider.SendMessage("OnClicked",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SendMessageOptions.DontRequireReceiver);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ClickHit.cs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DefenseGame — 코드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타워 디펜스 규칙: 골드 · 기지 체력 · 웨이브 표시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DefenseGame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DefenseGame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DefenseGame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gold = 100;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baseHp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baseHitClip;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wave;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totalWaves;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DefenseGame.cs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Spend(int cost)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(gold &lt; cost) return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gold -= cost;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Earn(int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gold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DefenseGame.cs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DefenseGame — 코드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SetWave(int current, int total)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wave = current;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totalWaves = total;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적이 기지에 닿으면 Enemy가 부른다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DamageBase()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baseHp--;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GameManager.Instance.PlaySfx(baseHitClip);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(baseHp &lt;= 0) GameManager.Instance.EndGame(false);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GameManager.Instance.SetInfo("WAVE " + wave + "/" + totalWaves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"   GOLD " + gold + "   BASE " + baseHp);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DefenseGame.cs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Tile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설치 칸: 클릭하면 골드를 내고 타워를 세운다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타워를 세울 수 있는 바닥 타일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Tile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towerPrefab;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cost = 50;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타일 중심에서 타워를 세울 높이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offset = new Vector3(0f, 0.7f, 0f);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buildClip;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failClip;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buildEffect;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occupied;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Tile.cs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ClickHit가 보내는 메시지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OnClicked()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(occupied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(!DefenseGame.Instance.Spend(cost))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gm.PlaySfx(failClip);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occupied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pos = transform.position + offset;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Instantiate(towerPrefab, pos,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gm.PlaySfx(buildClip);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gm.SpawnFx(buildEffect, 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Tile.cs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Enemy — 코드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적: 웨이포인트를 따라 이동, 체력이 0이 되면 사라진다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적 프리팹 (Capsule)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Enemy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2f;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hp = 3;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reward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dieClip;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dieEffect;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살아 있는 적 수 (자동으로 센다)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int Alive;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Transform[] path;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index;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dead;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OnEnable()  { Alive++;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OnDisable() { Alive--;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WaveSpawner가 만들자마자 부른다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Init(Transform[] waypoints)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waypoints;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1;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path[0].position;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(path == null || dead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(index &gt;= path.Length)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마지막 지점(기지)에 도착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dead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DefenseGame.Instance.DamageBase();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Destroy(gameObject);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Enemy — 코드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target = path[index].position;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Vector3.MoveTowards(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transform.position, target, speed * Time.deltaTime);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((transform.position - target).sqrMagnitude &lt; 0.0001f) index++;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Tower가 부른다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TakeDamage(int damage)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(dead)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 -= damage;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(hp &gt; 0)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dead = true;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gm.PlaySfx(dieClip);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gm.SpawnFx(dieEffect, transform.position);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DefenseGame.Instance.Earn(reward);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Enemy.cs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WaveSpawner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웨이브마다 적을 만든다. 마지막 웨이브를 다 막으면 성공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WaveSpawner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WaveSpawner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Enemy enemyPrefab;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길 순서대로: 0번 = 출발, 마지막 = 기지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Transform[] waypoints;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int[] enemiesPerWave = { 5, 10, 15 };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spawnInterval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waveDelay = 4f;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웨이브마다 빨라지는 정도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speedUpPerWave = 0.3f;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waveClip;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IEnumerator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(!GameManager.IsPlaying) yield return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total = enemiesPerWave.Length;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w = 0; w &lt; total; w++)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DefenseGame.Instance.SetWave(w + 1, total);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return new WaitForSeconds(waveDelay);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gm.PlaySfx(waveClip);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WaveSpawner.cs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(int i = 0; i &lt; enemiesPerWave[w]; i++)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(!GameManager.IsPlaying) yield break;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 enemy = Instantiate(enemyPrefab);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enemy.speed += w * speedUpPerWave;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enemy.Init(waypoints);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new WaitForSeconds(spawnInterval);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이번 웨이브의 적이 모두 사라질 때까지 기다린다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while (Enemy.Alive &gt;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(!GameManager.IsPlaying) yield break;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return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(GameManager.IsPlaying)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gm.AddScore(DefenseGame.Instance.baseHp * 100);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gm.EndGame(true);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WaveSpawner.cs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Tower — 코드 (1/2)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타워: 사거리 안의 가장 가까운 적을 일정 간격으로 공격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타워 프리팹 (Cylinder)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Tower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range = 3f;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fireInterval = 0.8f;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damage = 1;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shotClip;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hitEffect;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timer;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 +=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(timer &lt; fireInterval) return;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Tower.cs  1/3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Enemy target = FindNearest();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(target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gm.PlaySfx(shotClip);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gm.SpawnFx(hitEffect, target.transform.position);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target.TakeDamage(damage);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Enemy FindNearest()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Collider[] hits = Physics.OverlapSphere(transform.position, range);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Enemy best =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bestDist = float.MaxValue;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Tower.cs  2/3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Tower — 코드 (2/2)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(Collider c in hits)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Enemy e = c.GetComponent&lt;Enemy&gt;();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 == null) continue;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Vector3 diff = e.transform.position - transform.position;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d = diff.sqrMagnitude;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(d &lt; bestDist)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bestDist = d;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Scene 뷰에서 사거리를 노란 원으로 보여 준다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OnDrawGizmosSelected()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Gizmos.color = Color.yellow;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Gizmos.DrawWireSphere(transform.position, range);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Tower.cs  3/3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판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▶ Play 로 직접 해 봅니다. 이기는 판 · 지는 판을 각각 한 번씩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3웨이브를 모두 막으면 VICTORY!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기지 체력 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처치 +10 · 남은 체력 × 100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WAVE 1/3 · 4초 뒤 적이 길을 따라 온다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타일 클릭 → GOLD −50 · 타워가 선다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타워가 적을 공격 · 처치 +10 GOLD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3웨이브를 막으면 VICTORY! · 기지 0이면 GAME OVER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적이 엉뚱하게 날아가면 → Waypoints 순서. 타워가 안 서면 → ClickHit · GOLD · Tile의 Tower Prefab 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Enemies Per Wave · Speed Up Per Wave 숫자로 난이도 조절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 되면 '한 판 완주'와 '화면 3개'가 끝난 것입니다.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 ·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소리 구하기 · 가져오기 · 스피커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어디서 받았는지 꼭 적어 두세요 (발표 때 말합니다)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(kenney.nl) — CC0, 출처 표기 없이 사용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595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버튼으로 효과음 생성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204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효과음 · 음악, 라이선스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스피커 (새로)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AudioClip = 배경음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.wav · .ogg · .mp3 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 · 이름은 영어 (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5434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10043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543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07263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(귀)는 지우지 않습니다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번 터지고 사라지는 파티클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FX_Hit 하나를 만들고, 색만 바꾼 FX_Win 을 복제합니다</a:t>
            </a:r>
            <a:endParaRPr lang="en-US" sz="15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Duration · Looping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 · 4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Color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게임에 맞는 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Stop Action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(다 터지면 삭제)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Emission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Rate over Time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Bursts 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 · Radius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표대로 설정 → Scene 뷰에서 '퍽' 터지는지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FX_Hit 를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끌기 → Hierarchy의 FX_Hit 삭제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FX_Hit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더블클릭해 Start Color 변경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칸 채우기 — 이 게임의 소리 · 이펙트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소리는 _Project/Audio 의 파일을, 이펙트는 _Project/Prefabs 의 FX_ 를 끌어다 놓습니다</a:t>
            </a:r>
            <a:endParaRPr lang="en-US" sz="15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선택할 물체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채울 칸 → 넣을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DefenseGame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Base Hit Clip (기지 피격)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WaveSpawner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Wave Clip (웨이브 시작)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Tile_1 ~ 8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Build Clip · Fail Clip · Build Effect (FX_Hit)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P_Enemy (프리팹)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Die Clip · Die Effect (FX_Hit)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P_Tower (프리팹)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Shot Clip · Hit Effect (FX_Hit)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칸이 있어도 에러는 나지 않습니다.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가지부터 채우세요.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76272" y="567842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68296" y="5603748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프리팹의 칸은 Project에서 프리팹을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더블클릭해 연 뒤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채웁니다.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설정 → Windows로 빌드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발표는 빌드한 .exe로 합니다. 처음 빌드는 몇 분 걸립니다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맨 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BlockDefense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파일 이름이 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펼치기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 키는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(GameManager에 들어 있음)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옆에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 없으면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 Platform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· 번호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프로젝트 폴더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만들어 선택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폴더 안에는 절대 만들지 마세요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BlockDefense.exe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실행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BlockDefense_Data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빼도 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 하나만 복사하면 실행되지 않습니다.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통째로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옮기세요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실행 확인 · 압축 · 다른 PC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 날 처음 실행해 보는 일이 없도록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BlockDefense.exe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 → 타이틀 → 한 판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"Windows의 PC 보호" 창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정보 → 실행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만든 프로그램이라 뜨는 정상 경고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폴더가 있으면 지우기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게임엔진기초_6주차_학번_이름.zip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폴더나 다른 PC에 풀어서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실행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Unity를 끈 상태에서 .exe만으로 실행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6995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타이틀부터 시작한다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30375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9682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소리가 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3063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2369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 · ESC가 동작한다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 체크 — Hierarchy와 필수 네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 Hierarchy가 왼쪽과 같으면 구조는 끝났습니다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ClickHit (Orthographic)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· 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 · Road_1 ~ Road_5 · Base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WP_0 ~ WP_5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Tile_1 ~ Tile_8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Tile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DefenseGame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DefenseGame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WaveSpawner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WaveSpawner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› _Project/Prefabs: P_Enemy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Enemy · P_Tower ← Tower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→ 플레이 → 결과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· HUD ·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실패에 소리 + 이펙트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.exe로 다른 PC에서 실행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Console의 빨간 줄을 더블클릭하면 문제의 줄로 갑니다. 맨 위 에러부터</a:t>
            </a:r>
            <a:endParaRPr lang="en-US" sz="15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이런 증상 · 메시지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 → 해결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4의 씬 목록 등록 (Build Profiles &gt; Open Scene List &gt; Add Open Scenes)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Inspector 칸이 비어 있음 → 메시지에 나온 칸 이름을 찾아 채우기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EventSystem 선택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버튼을 눌러도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 Click에 GameManager · 함수 연결 · EventSystem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글자가 □ 로 나온다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 · 중국어 → 영어로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판정(골 · 낙하 · 배수구 등)이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 · Is Trigger ✓ · 공에 Rigidbody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 하자마자 물체가 튀거나 떨어진다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표의 Position · Scale 숫자를 다시 확인 (겹치거나 떠 있음)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게임만: 적이 엉뚱하게 날아가면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Waypoints 순서. 타워가 안 서면 → ClickHit · GOLD · Tile의 Tower Prefab 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2026-10-19T05:50:53Z</dcterms:created>
  <dcterms:modified xsi:type="dcterms:W3CDTF">2026-10-19T05:50:53Z</dcterms:modified>
</cp:coreProperties>
</file>