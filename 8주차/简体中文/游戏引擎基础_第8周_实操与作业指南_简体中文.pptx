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始" id="{d2d0c186-48db-c8f6-ede7-0883253682a2}">
          <p14:sldIdLst>
            <p14:sldId id="256"/>
          </p14:sldIdLst>
        </p14:section>
        <p14:section name="实操 1" id="{96bc8457-b46d-fa17-2e97-3e051eb4c11c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实操 2" id="{3332f498-0650-ff16-579f-9d4197d93490}">
          <p14:sldIdLst>
            <p14:sldId id="263"/>
            <p14:sldId id="264"/>
            <p14:sldId id="265"/>
          </p14:sldIdLst>
        </p14:section>
        <p14:section name="实操 3" id="{b6d58348-0c2e-e8c3-e9ff-a2db4b69c2e0}">
          <p14:sldIdLst>
            <p14:sldId id="266"/>
            <p14:sldId id="267"/>
            <p14:sldId id="268"/>
          </p14:sldIdLst>
        </p14:section>
        <p14:section name="实操 4" id="{f410d556-1314-23c7-f0e0-2d4bbd2cd33a}">
          <p14:sldIdLst>
            <p14:sldId id="269"/>
            <p14:sldId id="270"/>
            <p14:sldId id="271"/>
          </p14:sldIdLst>
        </p14:section>
        <p14:section name="实操 5" id="{ddef55ca-df1d-45c9-9686-894bd46392c8}">
          <p14:sldIdLst>
            <p14:sldId id="272"/>
            <p14:sldId id="273"/>
            <p14:sldId id="274"/>
            <p14:sldId id="275"/>
            <p14:sldId id="276"/>
          </p14:sldIdLst>
        </p14:section>
        <p14:section name="实操 6" id="{f1b78ea9-6028-435e-a98d-fc6c4ae61aa6}">
          <p14:sldIdLst>
            <p14:sldId id="277"/>
            <p14:sldId id="278"/>
          </p14:sldIdLst>
        </p14:section>
        <p14:section name="实操 7" id="{4462e2c8-c65a-a19f-81ab-46de346789b3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收尾" id="{fe44796d-0f89-d757-af33-370462de691c}">
          <p14:sldIdLst>
            <p14:sldId id="287"/>
            <p14:sldId id="288"/>
          </p14:sldIdLst>
        </p14:section>
        <p14:section name="作业" id="{cb2d186d-e23c-bd9e-24d5-9791e7684cf1}">
          <p14:sldIdLst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8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8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实操与作业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东明大学 游戏美术系 · 游戏引擎基础 第 8 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从今天开始。</a:t>
            </a:r>
            <a:endParaRPr lang="en-US" sz="36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514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和素材</a:t>
            </a: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花一个月做一款游戏</a:t>
            </a:r>
            <a:endParaRPr lang="en-US" sz="3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9319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5DBE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一起做策划、做主视觉，然后在新项目中让换上素材的玩家动起来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基准版本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编辑器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英文版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任课教师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朴炡垣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1 · 35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一起做策划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一起拓展点子，由自己做决定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拓展 — 让 AI 给 5 个点子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挑选并缩小 — 自己挑，和 AI 一起缩小规模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写出并请 AI 检查 — 一页策划 → 让 AI 点评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AI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策划四步 — AI 是每一步的搭档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不是替你决定，而是帮你更快地拓展和打磨想法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7" name="Shape 5"/>
          <p:cNvSpPr/>
          <p:nvPr/>
        </p:nvSpPr>
        <p:spPr>
          <a:xfrm>
            <a:off x="810158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拓展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给出条件，让 AI 给出多个点子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63824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DF0E4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75304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3635654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7530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75304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挑选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75304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自己挑一个想做的（不让 AI 选）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9632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1150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缩小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一起删减功能，保证 6 周能完成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14816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025128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226296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86646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检查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 AI 点评完成的策划书，自己修改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9834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111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1770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1023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只有 B（挑选）一定要自己来。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自己想做的游戏才能坚持 6 周。其余步骤和 AI 一起快速推进。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A 拓展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获取 5 个点子 — 提问模板 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条件给得越准确，得到的点子越“做得出来”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我是第一次学 Unity 的大学生。请给我期末作业游戏的点子。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[条件] Unity 6.3 · 3D · 一个人 6 周完成 · 一局 3 分钟以内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操作键 5 个以内 · 只有 1 个场景 · 能用免费素材（低多边形）做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[我喜欢的] （例：可爱的风格、收集、躲避……自由填写）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[请求] 5 个点子，用表格列出：游戏名称 / 一句话介绍 / 操作 /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成功 · 失败条件 / 需要的素材 / 新手容易卡住的地方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① 拓展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42523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22452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打开 ChatGPT · Gemini · Claude 之一，粘贴上面的模板 · 只把 [我喜欢的] 改成自己的话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7461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718304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没有喜欢的就说“再给 5 个” · “把第○和第○个结合一下”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52398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212080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自己挑一个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写一句为什么选它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C 缩小 · D 检查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缩小、写出、请 AI 点评 — 提问模板 ② 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特别擅长“缩小规模”和“找弱点”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我选了这个点子：（粘贴选中的那一行）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新手一个人 6 周要做完。只留 3 个必需功能，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其余列为“有时间再做”。并填写下面的一页策划表。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（粘贴一页策划表的项目）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② 缩小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511296"/>
            <a:ext cx="107259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这是我的策划书。（粘贴）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请指出新手 6 周内最可能卡住的 3 个地方，以及简化的办法。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3456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③ 点评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726" y="4572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4456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AI 填好的内容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移到模板文件里，并改成自己的话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（不直接复制粘贴）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726" y="5047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20056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只采纳 ③ 中认同的意见 → 下一页规模检查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一页策划表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模板文件里有同样的表格。今天课上把格子都填满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写法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例（收集游戏）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游戏名称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用英文（直接用于 UI 文字）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一句话介绍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谁 · 做什么 · 怎么做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机器人在 60 秒内收集 20 个金币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只用几个键 · 鼠标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WASD 移动 · Space 跳跃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成功 · 失败 · 分数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用数字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收集 20 个成功 · 超过 60 秒失败 · 金币 +10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三个画面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标题 · HUD · 结果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摄像机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固定或跟随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从斜上方俯视，跟随玩家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画面风格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 个关键词（实操 2 决定）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low poly · 粉彩色 · 明亮白天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 · 场景 · 目标物 · 声音 · 特效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 · 地砖 · 金币 · 拾取音 · 闪光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0350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163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2285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61539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例子中的名称 · 数字只用于说明表格。请按自己的游戏决定。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规模检查 — 一个人 6 周能完成吗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只要有一个“否”，就让 AI “按这个条件缩小”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如果是“否”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能用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说清规则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只留一个规则，其他删掉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一局在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 分钟内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结束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减少目标数 · 时间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操作键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合并操作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只有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场景（不做多个关卡）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关卡等期末之后再说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需要新学的功能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其他用已学的方法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需要的素材能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免费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获得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改成有类似免费素材的方案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046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593979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87044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规模检查全部为“是” · 写了一句选择理由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2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做主视觉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先画出完成后游戏的“一个画面”，风格就定下来了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用图像生成 AI 做标题背景候选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确定 3 个风格关键词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这张图会成为第 12 周标题画面的背景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主视觉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图像提问模板 — 不要文字，只要画面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Copilot 等能生成图片的 AI 都可以（免费额度各服务不同）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057400"/>
          </a:xfrm>
          <a:prstGeom prst="roundRect">
            <a:avLst>
              <a:gd name="adj" fmla="val 355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请为 3D 游戏标题画面画一张背景图。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[游戏] （一句话介绍，例：机器人在漂浮的小岛上收集金币）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[风格] low poly 3D · 粉彩色 · 明亮的白天（← 写自己的风格关键词）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[构图] 16:9 横图 · 画面中央上方留出放游戏名称的空位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[禁止] 不要任何文字 · 字母 · 标志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图像提问模板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9780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5020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重新生成 2~3 次，选最满意的一张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存为 PNG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8134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5440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45901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544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5623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从图中提炼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个风格关键词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写进策划书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9348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例：low poly · 粉彩色 · 明亮白天 — 实操 4 用这些词搜索素材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0" y="3931920"/>
            <a:ext cx="4050792" cy="2103120"/>
          </a:xfrm>
          <a:prstGeom prst="roundRect">
            <a:avLst>
              <a:gd name="adj" fmla="val 5217"/>
            </a:avLst>
          </a:prstGeom>
          <a:solidFill>
            <a:srgbClr val="F3F5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要避免的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要求模仿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知名游戏 · 角色 · 标志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带文字的图片（文字在 Unity 里加）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45552" y="51663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5097018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不记录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在哪里生成的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主视觉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主视觉的作用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一张图会成为 6 周的“方向”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素材搜索词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用风格关键词搜索 Asset Store · Kenney → 更容易选到风格一致的素材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875520" y="207568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0" y="20756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今天实操 4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颜色 · 光照标准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0632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按这张图的天空色 · 光线方向 · 氛围设置光照和后期处理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875520" y="326440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0" y="32644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11 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标题画面背景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2519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放在 Canvas 的 Image 上，再加游戏名称 · START 按钮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0" y="445312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0" y="44531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12 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55040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" y="598551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6696" y="591616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保存了 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3 个风格关键词 · 1 行 AI 使用记录（什么工具 · 怎么问的）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3 · 10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新建项目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期中项目保持不动，完全新建一个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→ Universal 3D → Final_学号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建立自己的文件夹 _Project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确认编辑器已登录 Unity 账号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新项目 · 文件夹 · 场景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与第 6 周跟做指南 STEP 1 顺序相同，只是名字不同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确认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6000.3.x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Final_学号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（例：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Project 窗口的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里建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SampleScene 移到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并改名为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自己做的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(导入的素材)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自动生成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导入的素材文件夹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保留在 Assets 下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。不要移进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（更新时会出问题）。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在编辑器里登录 Unity 账号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 Asset Store 获取的素材，要用“同一个账号”登录编辑器才能看到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点击编辑器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左上角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的账号按钮（人形图标或姓名首字母）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未登录时点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在浏览器中用 Unity 账号登录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确认与 Unity Hub 登录的是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同一个账号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如果没有账号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可在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免费注册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633218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也可以用学校邮箱注册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2935732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· 编辑器 · Asset Store 都用同一个账号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账号按钮显示我的首字母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4 · 20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Asset Store 挑选并添加素材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先在网页加入“我的素材” → 再在编辑器中导入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免费筛选 · 确认 URP 兼容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马上记录到素材清单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搜索并只看免费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在网页浏览器中进行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右上角登录（与编辑器同一账号）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在搜索框用英文输入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风格关键词 + 物品名称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pastel island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96108"/>
            <a:ext cx="62179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low poly = 面数少的简单模型。轻量，适合新手项目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67075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313161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26707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85363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在左侧筛选中只选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价格（Pricing）→ Free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3797427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843513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974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815715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分类缩小到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（声音选 Audio，特效选 VFX）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不要选这样的素材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完整游戏模板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（Kit · Template · Complete Project）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容量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1GB 以上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URP 兼容标记的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最后更新很久以前的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只要避开完整游戏模板，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用于游戏的材料都可以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。不确定就先问老师。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在商品页确认 → 添加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添加前看三件事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查看位置（页面下方）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看什么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一栏是否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Compatible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File size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是否在几百 MB 以内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License agreement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是否为 Standard Unity Asset Store EULA（大多数是）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三项都没问题就点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240280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出现许可协议窗口点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75234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79843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770632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马上把素材名称 · 网址记到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按钮名称可能因页面略有不同。免费素材无需付款即可加入“我的素材（My Assets）”。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490118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4826508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为 Not compatible 的素材可能显示为粉色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实操 5 介绍转换方法。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5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导入编辑器 · 修复粉色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Package Manager 导入我的素材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显示粉色就转换为 URP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 Kenney 免费模型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的菜单位置。与旧资料中的 Window &gt; Package Manager 是同一个窗口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在左侧列表选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能看到刚添加的素材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看不到时确认账号登录 · 点窗口上方刷新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选中素材 → 右侧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等待完成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#.# to project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窗口：先保持全部勾选 → 点下方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（素材名称）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示意图为简化版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窗口 Assets 下出现了新的素材文件夹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检查导入的素材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每个素材的文件夹结构都不同。先找模型 · 预制体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打开新文件夹，找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（或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Demo 场景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就双击打开看看效果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再回到自己的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场景（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3284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3745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46704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把要用的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预制体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拖到 Scene 视图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导入素材后 Console 出现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红色错误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：多半是该素材的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Scripts · Demo 文件夹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造成的 → 见最后“遇到问题时”表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素材的 Demo 场景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只看，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不修改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自己的游戏始终在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场景里做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显示为粉色 — 转换为 URP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因为是 Built-in 用材质，URP 找不到着色器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A — 全部转换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上方下拉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勾选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Material Upgrade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154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00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1729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Initialize and Convert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B — 只转换选中的材质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Project 窗口选中粉色的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材质（Material）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转换后仍是粉色：说明素材使用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自己的着色器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无法自动转换。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换一个素材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转换前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保存 · 备份项目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所以实操 4 先确认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。一开始就选 URP 兼容的素材最简单。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可免署名使用的免费模型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CC0（公共领域）许可。但仍要记到素材清单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分类选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选择喜欢的套件（Kit）→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出现捐赠窗口时，捐赠是自愿的，也可以不捐赠直接下载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解压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下载的 zip → 找到里面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格式的文件夹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FBX 文件拖进 Unity 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_Project/Models/套件名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如有同目录的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文件夹也一起拖入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把模型拖到 Scene 视图检查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模型显示为白色时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说明贴图没有连接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选中模型的材质 → 把贴图拖到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不用 GLB · OBJ，使用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最简单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6 · 10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给灰色玩家换上模型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物理由灰色物体负责，外观由模型负责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制作 Capsule 玩家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把模型放为子物体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只关闭 Capsule 的外观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换模型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只换外观的最安全方法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直接给模型加物理，常因大小 · 方向出问题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（关闭 Mesh Renderer）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导入的模型（只负责外观）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把导入的模型拖到 Hierarchy 中的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 上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成为子物体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的 Position 设在 (0, -1, 0) 附近 → 让脚碰到 Capsule 底部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大小不对只调 Model 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 Player → 取消勾选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灰色胶囊消失，只看到模型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为什么这样？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Collider · 物理不变 → 操作不变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模型随时可以换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7 · 25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 AI、检验、变成自己的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AI 获得玩家移动脚本，变成自己理解的代码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用提问模板提问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每行用自己的话写注释 · AI 使用记录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提问模板 — 直接复制使用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都可以。[环境] 这一行最重要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[环境] Unity 6.3 LTS · URP · 英文编辑器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只使用 New Input System（不要使用 UnityEngine.Input 类）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[情况] 俯视角 3D 游戏。玩家是 Capsule + Rigidbody。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模型是 Player 的子物体 Model。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[想要] 用 WASD / 方向键移动玩家的 C# 脚本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[条件] 新手用。类名 PlayerMove。每行加中文注释。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 使用 linearVelocity。移动时 Model 朝向移动方向。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[说明] 代码下面按步骤写出在 Unity 里挂载和设置的方法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行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为什么需要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[环境]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常给旧版本代码。必须写死版本 · 输入方式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[情况]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看不到你的场景。要用文字说明物体结构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[条件]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规定名称 · 注释 · 难度，更容易直接使用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检验得到的代码 — 五项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有一项不通过，挂载前就再问一次 AI</a:t>
            </a:r>
            <a:endParaRPr lang="en-US" sz="15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#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检查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不通过时这样再问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“不要用 Input 类，改成 Keyboard.current”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Rigidbody 速度用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（不是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“改成 Unity 6 的名称（linearVelocity）”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后的名称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让文件名与类名一致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没有看不懂的行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“请给新手解释第○行是什么意思”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挂上后 ▶ Play → Console 没有红色错误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复制完整错误信息去问（下一页）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4 项最重要。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看不懂的行先问 AI，理解后再用。理解后使用的代码就是自己的实力。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挂到 Unity 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文件名与类名不同就无法挂载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命名为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（大小写也要一致）→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双击打开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全部删除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原内容，粘贴得到的代码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4432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4893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43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61512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回到 Unity，把 PlayerMove 拖到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上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9735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01966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973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991864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把子物体 Model 拖到 Inspector 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出错时怎么问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复制 Console 红字的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完整句子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粘贴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整个脚本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一句话说明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做了什么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之后出错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WASD 能移动，模型朝向移动方向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对照用参考答案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的答案不必完全一样。通过五项检验即可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玩家移动（WASD · 方向键）— 用于俯视角 3D 游戏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挂载位置：玩家（需要 Rigidbody + Collider）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每秒移动速度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朝向移动方向的模型（子物体，可留空）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锁定旋转，碰撞时不会倒下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让模型转向移动方向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保留下落速度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变成自己的 — 重写注释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删掉 AI 写的注释，用自己的话重写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我的说明：按键方向 × 速度 = 这一帧要移动的速度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我的说明：上下（Y）速度保留原值，这样跳跃 · 下落不会被打断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做什么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解释不了的行 → 问 AI → 理解后再写注释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改改数字（speed 等）看结果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期末演示时要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亲自讲解自己脚本的一部分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。从今天开始这样练习。</a:t>
            </a:r>
            <a:endParaRPr lang="en-US" sz="1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使用记录（一行示例）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PlayerMove 移动脚本（使用提问模板）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要求把 velocity 改成 linearVelocity · speed 5→7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选做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（选做）摄像机跟随玩家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这次自己填提问模板去问。下面是对照用的例子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摄像机保持一定距离跟随玩家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跟随目标（玩家）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目标到摄像机的距离（向上 10，向后 8）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跟随平滑度（越大跟得越快）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只改 [想要] 一栏来提问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例：摄像机从上方 · 后方平滑跟随玩家的脚本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270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3168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27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28904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 → 挂到 Main Camera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28011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28471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2801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819400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Player 拖到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3314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3775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331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349752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 Offset 数字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选做 · 预览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（选做）把主视觉铺成标题背景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第 12 周会详细讲。有时间可以先试试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拖进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_Project/Textures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文件夹（没有就新建）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选中图片 → Inspector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Texture Type = Sprite (2D and UI)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Apply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GameObject &gt; UI (Canvas) &gt;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TitleBG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3284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3745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46704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把主视觉拖到 Image 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Source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858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3904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877056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Rect Transform 锚点预设中按住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Alt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点右下角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stretch-stretch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铺满画面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017520"/>
          </a:xfrm>
          <a:prstGeom prst="roundRect">
            <a:avLst>
              <a:gd name="adj" fmla="val 3636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12 周再加的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028432" y="238353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1419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游戏名称文字 · 阴影 · 描边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28432" y="2677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0832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制作能显示中韩文的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字体资源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（解决 □ 问题）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31897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312039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按钮美化 · 出场效果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0E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68296" y="52395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标题是游戏的第一印象。组合 AI 图片 + 素材 + Unity UI，一个人也能做出好看的画面。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今天结束时应该有的东西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没做完就作为作业继续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83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规模检查全是“是”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060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514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主视觉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KeyVisual_01.png · 3 个风格关键词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337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246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新项目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246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Final_学号 · _Project 文件夹 · Play 场景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0690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至少 1 个素材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977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已导入并放进 Play 场景 · 已记入素材清单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8006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4709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能移动的玩家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709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 Player 能用 WASD 移动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55321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行 AI 使用记录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440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策划 · 图片 · 代码各 1 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遇到问题时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从上往下检查</a:t>
            </a:r>
            <a:endParaRPr lang="en-US" sz="15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现象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解决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Package Manager 的 My Assets 是空的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确认编辑器左上角账号与 Asset Store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是同一个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点窗口上方刷新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素材是粉色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导入后出现红色错误（素材文件夹里的脚本）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删除错误指向的素材的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Scripts · Demo 文件夹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。只留模型 · 贴图 · 材质就够了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 时出现 InvalidOperationException … Input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某个脚本用了旧 Input 类 → 改成 Keyboard.current 或删除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脚本挂不上物体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 = 类名吗 · Console 有没有红色错误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玩家会倒下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勾选 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X · Y · Z（参考代码已自动设置）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模型陷进地面或悬空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只调子物体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的 Position Y（Player 不动）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作业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期末项目第 1 阶段作业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11/9（周一）上课前提交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交什么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到期末的日程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完成标准 · 工具使用原则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本次作业 — 六项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填写项目笔记（模板），整理成一个 PDF 提交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603504" y="184708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737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73736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把和 AI 一起做的策划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用自己的话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整理 + 规模检查 + 选择理由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" y="2505456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3957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主视觉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39572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做的标题背景候选 1 张 + 3 个风格关键词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390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3163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054096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候选，其中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导入并放进场景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767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3822192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124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第一个操作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37124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换上模型的玩家能移动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42569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80560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708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37083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行以上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策划 · 图片 · 代码各 1 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08406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" y="513892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08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0292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截图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502920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视图 1 张 + Game 视图（▶ Play 中）1 张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게임엔진기초_8주차_学号_姓名.pdf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提交到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LMS 作业栏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到期末的日程（计划）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一个多月的时间 — 前 2 周做“能玩的游戏”，后面做“好看的游戏”</a:t>
            </a:r>
            <a:endParaRPr lang="en-US" sz="15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8348472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要完成的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8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和 AI 做策划 · 主视觉 · 新项目 · 首次使用素材 · 第一个操作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9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11/9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核心规则 · 胜负（用灰色方块玩完一局）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10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11/16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用素材装饰地图 · 角色（统一风格）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11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11/23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美化 ① 光照 · 后期处理 · 摄像机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12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11/30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美化 ② 用 AI 做标题画面 · HUD · 结果画面 · 字体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13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12/7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声音 · 特效 · 试玩 · 难度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14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12/14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收尾 · Windows 打包 · 演示练习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15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12/21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期末演示（期末考试）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5 周是公休日，课程周次顺延了一周。请以日期为准。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期末完成标准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在期中四项基础上，增加“好看的游戏”和“善用工具的过程”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与期中相同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0676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完整一局 — 标题 → 游戏 → 结果 → RETRY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2671572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596896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三个画面 — 标题 · HUD · 结果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298246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07792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反馈 — 得分 · 成功 · 失败有声音 + 特效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29336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18688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Windows 打包 — 用 .exe 演示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57600"/>
          </a:xfrm>
          <a:prstGeom prst="roundRect">
            <a:avLst>
              <a:gd name="adj" fmla="val 3000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这次增加的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067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新游戏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与期中不同的新项目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35624" y="267157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596896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好看的画面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用素材 · 光照统一风格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35624" y="29824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2907792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美化的标题画面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利用 AI 图片等打造第一印象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35624" y="329336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218688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两种记录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素材清单 · AI 使用记录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35624" y="36042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529584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过程讲解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用什么工具做了什么 + 自己脚本的一部分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评价按上述项目的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角度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进行。不按游戏类型区分分数。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会用 AI 也是实力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工具尽管用。但“导演”是自己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13232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尽管用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一定要做到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策划点子 · 点评 · 图片 · 代码 · 解决错误 · 讲解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结果由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自己挑选和修改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放入的代码要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理解后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再放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 · 贴图 · 材质 · 声音 · 特效 · 字体 · UI 图片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不把完整游戏模板只改名字就提交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课程资料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复用课上发的 GameManager 等脚本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不拿别的同学的项目 · 成果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共同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混合使用多种工具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用过的要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记录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不模仿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知名游戏 · 角色 · 标志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拿不准时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用之前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先问。问过的不会有问题。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记录格式 — 各一行示例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模板文件里有同样的表格。每次使用后马上记录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5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3017520"/>
                <a:gridCol w="1828800"/>
                <a:gridCol w="2587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名称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类型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来源 · 网址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许可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用在哪里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(Robot Kit)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kenney.nl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CC0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玩家模型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KeyVisual_01.png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图片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（图像生成 AI 名称）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服务条款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标题背景候选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0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500" dirty="0"/>
          </a:p>
        </p:txBody>
      </p:sp>
      <p:graphicFrame>
        <p:nvGraphicFramePr>
          <p:cNvPr id="7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2377440"/>
                <a:gridCol w="3383280"/>
                <a:gridCol w="29535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工具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学到的（自己的话）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（聊天 AI）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 个策划点子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选第 3 个 → 缩小到 3 个功能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条件越详细，回答越实用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9377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77240" y="50657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76272" y="51313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368296" y="50566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括号里是例子。不要整段粘贴 AI 的回答，要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概括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提交前检查 · 常见问题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11/9（周一）上课前提交到 LMS 作业栏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181470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37360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 PDF 里包含策划 · 主视觉 · 素材清单 · AI 记录 · 2 张截图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76072" y="237705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299716"/>
            <a:ext cx="544982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文件名：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게임엔진기초_8주차_学号_姓名.pdf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76072" y="26963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618994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已把项目文件夹（Assets · Packages · ProjectSettings）备份到 U 盘或云盘</a:t>
            </a:r>
            <a:endParaRPr lang="en-US" sz="145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5351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回答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能继续做期中的游戏吗？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这次期末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全部做新项目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几乎全做了，可以吗？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可以。但要能讲清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自己挑选和修改了什么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、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理解了什么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必须用付费素材 · 付费 AI 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不用，免费的就够了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能把素材上传到 GitHub 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Asset Store 素材文件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不要上传到公开仓库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（打包后的游戏可以）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2026-11-01T18:39:22Z</dcterms:created>
  <dcterms:modified xsi:type="dcterms:W3CDTF">2026-11-01T18:39:22Z</dcterms:modified>
</cp:coreProperties>
</file>