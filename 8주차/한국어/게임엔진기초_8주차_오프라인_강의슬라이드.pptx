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297ebca0-bc98-4e26-fcef-37d478b9d61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I를 쓰는 태도" id="{e9577e32-a547-ea73-380f-d8878316b2d6}">
          <p14:sldIdLst>
            <p14:sldId id="262"/>
            <p14:sldId id="263"/>
            <p14:sldId id="264"/>
            <p14:sldId id="265"/>
            <p14:sldId id="266"/>
          </p14:sldIdLst>
        </p14:section>
        <p14:section name="예쁘게" id="{a23af789-9526-e3f9-14b1-227f837e53e5}">
          <p14:sldIdLst>
            <p14:sldId id="267"/>
            <p14:sldId id="268"/>
            <p14:sldId id="269"/>
            <p14:sldId id="270"/>
            <p14:sldId id="271"/>
          </p14:sldIdLst>
        </p14:section>
        <p14:section name="가져오기 · AI 코드" id="{32da3d19-2a8b-19e4-b9fd-e730054b5d47}">
          <p14:sldIdLst>
            <p14:sldId id="272"/>
            <p14:sldId id="273"/>
            <p14:sldId id="274"/>
            <p14:sldId id="275"/>
          </p14:sldIdLst>
        </p14:section>
        <p14:section name="과제" id="{2a8cb512-cd10-ff6b-0282-ca80612cf8de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5주차가 공휴일이어서 수업 주차가 한 주씩 밀렸습니다. 오늘이 8주차이고 기말 시연은 15주차인 12/21입니다. 중간은 '만드는 흐름'을 익혔다면, 기말은 같은 흐름을 새 게임으로 다시 하면서 AI와 에셋으로 결과물의 수준을 끌어올리는 연습입니다.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8주차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슬라이드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8주차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시작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에셋으로, 혼자서도 멋지게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새 프로젝트로 두 번째 게임을 만듭니다. 기획부터 그래픽까지 AI와 에셋을 도구로 쓰는 법을 함께 익힙니다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 답할 질문 네 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질문마다 실습이 붙어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기말은 무엇을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언제까지?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 1개 · 12/21 시연. 중간의 4가지 + 그래픽 · 타이틀 · 기록 · 과정 설명.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2736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2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쓰면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실력이 아닐까?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아닙니다. 도구를 잘 쓰는 것도 실력입니다. 대신 '감독'은 내가 합니다.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3096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기획을 AI와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하나?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넓히기 → 고르기 → 줄이기 → 검토받기. 고르기만은 꼭 내가.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25128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728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308592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537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예쁜 게임은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만드나?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비주얼로 방향을 정하고, 에셋 · 조명 · 타이틀로 완성한다.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목표: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만든 기획 1페이지 + 키 비주얼 + 새 프로젝트 + 에셋을 입혀 움직이는 플레이어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오늘의 시간표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개념은 짧게, 실습은 길게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4297680"/>
                <a:gridCol w="13990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슬라이드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안내 · AI를 쓰는 태도 · AI와 기획하는 법 (15분)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 · AI와 함께 기획 (35분)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2~7쪽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 비주얼 · 예쁘게 만드는 요소 · 에셋 (12분)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 · 키 비주얼 (15분)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3 · 4 · 새 프로젝트 · 에셋 고르기 (23분)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8~16쪽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가져오기 · AI 코드 확인법 (8분)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5 · 6 · 7 · 가져오기 · 모델 입히기 · AI 첫 스크립트 (35분)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 안내 (7분)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17~31쪽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시간은 1교시 뒤 10분, 2교시 뒤 10분. 에셋 다운로드는 시간이 걸리니 고르자마자 받아 둡니다.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왜 새 프로젝트로 다시 시작하나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 게임을 고치는 것보다 '처음부터 한 번 더'가 더 많이 남습니다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번째는 빠르다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만들기 · 화면 3개 · GameManager · 빌드를 이미 한 번 해 봤습니다. 같은 일은 빨리 끝내고 남는 시간을 그래픽과 완성도에 씁니다.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8114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'보이는 것'을 설계한다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중간은 회색 큐브로 시작해 나중에 꾸몄습니다. 이번엔 기획 단계에서 키 비주얼로 스타일을 먼저 정하고 시작합니다.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018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같은 출발선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하는 사람과 새로 하는 사람이 섞이면 진도를 맞추기 어렵습니다. 모두 새 프로젝트로 같은 일정을 갑니다.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431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76272" y="54970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368296" y="54223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프로젝트는 지우지 말고 보관하세요.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같은 내 스크립트는 다시 가져와 써도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 한 달 남짓 — 앞은 '돌아가게', 뒤는 '예쁘게'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5주차 공휴일로 주차가 한 주씩 밀렸습니다. 계획이며 진행에 따라 조정할 수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DF0E4"/>
          </a:solidFill>
          <a:ln w="25400">
            <a:solidFill>
              <a:srgbClr val="E07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기획 · 키 비주얼 · 첫 조작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5740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규칙 · 승패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46704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56432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11/16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에셋으로 맵 · 캐릭터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45736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 · 포스트 프로세싱 · 카메라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54496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타이틀 · UI · 폰트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53528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53528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· 이펙트 · 플레이테스트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42832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5256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· 빌드 · 연습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341864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51592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15주차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451592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451592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(기말고사)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66344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돌아가는 게임 →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346704" y="46634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예쁜 게임 (파란 칸) 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1206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368296" y="52395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9주차까지 '회색으로 한 판이 도는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먼저입니다. 그 뒤 3주 동안 마음껏 예쁘게 만듭니다.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 위에 '보기 좋은 게임'과 '도구를 잘 쓴 과정'이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3343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44398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925699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48356"/>
            <a:ext cx="444398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244977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7634"/>
            <a:ext cx="444398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" y="3564255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486912"/>
            <a:ext cx="444398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879592" y="1737360"/>
            <a:ext cx="5760720" cy="3611880"/>
          </a:xfrm>
          <a:prstGeom prst="roundRect">
            <a:avLst>
              <a:gd name="adj" fmla="val 3038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8192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5624" y="23633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2286000"/>
            <a:ext cx="508406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35624" y="268262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7648" y="2605278"/>
            <a:ext cx="508406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 좋은 그래픽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· 조명으로 스타일 통일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35624" y="300189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27648" y="2924556"/>
            <a:ext cx="508406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꾸민 타이틀 화면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이미지 등으로 첫인상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35624" y="332117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7648" y="3243834"/>
            <a:ext cx="508406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35624" y="36404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7648" y="3563112"/>
            <a:ext cx="508406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 설명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어떤 도구로 무엇을 했나 + 내 스크립트 한 부분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56509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이 항목들을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AI를 쓰는 태도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"AI로 만들면 내 실력이 아니다"?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도구를 잘 쓰는 것도 실력입니다. 혼자서도 괜찮은 결과물을 만들 수 있는 시대입니다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예전의 생각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62784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77440"/>
            <a:ext cx="47183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다 짜야 내 코드다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2807208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721864"/>
            <a:ext cx="47183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그림을 못 그리면 예쁜 게임은 못 만든다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" y="3151632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066288"/>
            <a:ext cx="47183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쓰면 배우는 게 없다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17830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DF0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수업의 생각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6278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77440"/>
            <a:ext cx="471830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개발자도 엔진 · 에셋 · 라이브러리를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해서 만든다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307543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990088"/>
            <a:ext cx="471830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+ AI 이미지 + 조명이면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혼자서도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보기 좋은 화면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01384" y="36880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3602736"/>
            <a:ext cx="471830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묻고 확인하는 과정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곧 배우는 과정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엔진도 이미 '남이 만든 도구'입니다. 중요한 것은 도구를 써서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만들었고, 무엇을 판단했는가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AI를 쓰는 태도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AI는 팀원, 감독은 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일을 많이 해도 괜찮습니다. 다섯 가지는 내가 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1386230" y="20720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정한다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무슨 게임 · 어떤 분위기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98064" y="182880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5304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5654" y="20720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7530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시킨다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935224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조건을 붙여 정확히 묻기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47488" y="182880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4728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885078" y="20720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47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고른다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84648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결과 중 좋은 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96912" y="182880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4152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4502" y="20720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741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조립한다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Unity에서 붙이고 맞추기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46336" y="182880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23576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7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83926" y="2072030"/>
            <a:ext cx="382219" cy="38221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32357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37776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설명한다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68349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했는지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4882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76272" y="49484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368296" y="48737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시연에서는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'AI와 에셋으로 어떻게 만들었는지'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당당하게 보여 주세요. 그것도 평가하는 과정입니다.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AI를 쓰는 태도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마음껏 쓰되, 이것만은 지키기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애매하면 쓰기 전에 물어보세요. 물어본 것은 문제가 되지 않습니다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7375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마음껏 쓰기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꼭 지킬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아이디어 · 비평 · 이미지 · 코드 · 에러 해결 · 설명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결과를 내가 고르고 고친다 · 넣은 코드는 이해하고 넣는다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템플릿을 이름만 바꿔 내지 않기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 스크립트 재사용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결과물 가져오지 않기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여러 도구를 섞어 쓰기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기록 · 유명 게임 · 캐릭터 · 로고 흉내 내지 않기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509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기록은 감시가 아니라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도구를 얼마나 잘 썼는지 보여 주는 포트폴리오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AI를 쓰는 태도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AI와 기획하는 법 — 넓히고, 고르고, 줄이고, 검토받기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실습 1에서 질문 양식 세 개를 그대로 씁니다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73152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830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조건(6주 · 3D · 한 판 3분 · 키 5개 · 무료 에셋)을 주고 아이디어 5개를 표로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F0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51760"/>
            <a:ext cx="109728" cy="731520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517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하고 싶은 것 하나. 이 단계만은 AI에게 맡기지 않는다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73152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줄이기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520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"꼭 필요한 기능 3개만 남겨 줘" — AI는 덜어내기를 잘한다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89120"/>
            <a:ext cx="109728" cy="73152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검토받기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3891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"초보가 막힐 부분 3개와 단순하게 바꾸는 법" — 받아들일 것만 반영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채워 준 양식은 그대로 붙이지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 고쳐 옮깁니다.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 과정에서 내 게임이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— AI와 함께 기획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 넓히고, 하나를 고르고, 줄이고, 비평을 받아 1페이지 기획을 완성합니다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2~7쪽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양식은 복사해서 [내 취향]만 바꾸면 됩니다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고르기는 꼭 내가 — 하고 싶은 게임이어야 6주를 버팁니다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나눈 대화 중 중요한 것은 AI 사용 기록에 한 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개념 12분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예쁜 게임은 무엇으로 만들어지나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실력보다 '고르고 맞추는' 실력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비주얼 — 한 장으로 방향 정하기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예쁘게 보이는 네 가지 요소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— 어디서 · 무엇을 고르나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예쁘게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키 비주얼 — 완성된 장면을 먼저 그려 보기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이미지 생성 AI로 '완성되면 이렇게 보일' 한 장면을 만들고, 그걸 6주의 기준으로 씁니다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2377440"/>
          </a:xfrm>
          <a:prstGeom prst="roundRect">
            <a:avLst>
              <a:gd name="adj" fmla="val 4615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그림에서 뽑은 스타일 키워드로 에셋을 찾는다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DF0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47872" cy="2377440"/>
          </a:xfrm>
          <a:prstGeom prst="roundRect">
            <a:avLst>
              <a:gd name="adj" fmla="val 4615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 · 빛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하늘색 · 빛 방향 · 분위기를 조명에 맞춘다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26280" y="35204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DF0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47872" cy="2377440"/>
          </a:xfrm>
          <a:prstGeom prst="roundRect">
            <a:avLst>
              <a:gd name="adj" fmla="val 4615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배경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23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타이틀 화면에 깐다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75320" y="35204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DF0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562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76272" y="46283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368296" y="45537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질문에는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"글자는 넣지 말 것"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꼭 넣습니다. 글자는 Unity에서 넣어야 깨끗하고 고칠 수 있습니다.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76272" y="51358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506120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유명 게임 · 캐릭터 · 로고를 흉내 내라고 요청하지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예쁘게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예쁘게 보이는 네 가지 요소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모델 하나하나보다 '통일감'이 더 큰 차이를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통일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에셋을 한 키트 · 비슷한 스타일에서 고른다. low poly끼리, 같은 색감끼리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947672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9476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912" y="17830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423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Directional Light 방향 · 색, 그림자, 하늘색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85832" y="1947672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85832" y="19476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포스트 프로세싱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Bloom · Color Adjustments · Vignette로 마무리 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3593592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3593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3912" y="3429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3F5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· UI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 좋은 각도 · 타이틀 화면 · 읽기 쉬운 폰트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85832" y="3593592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E8F0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85832" y="3593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· 12주차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첫 번째 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스타일이 맞는 에셋 고르기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까지. 나머지는 해당 주차에 실습합니다.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어디서 구하나 · 무엇을 고르나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수업에서는 두 곳을 기본으로 씁니다. 소리는 6주차에 쓴 곳 그대로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Asset Store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241922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4721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Unity 공식 에셋 마켓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217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49728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필터 · Unity 계정으로 '내 에셋'에 담아 에디터에서 가져옴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5056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7855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대부분 Standard Unity Asset Store EULA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1384" y="241922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4721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kenney.nl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무료 게임 에셋 모음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72173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64972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CC0(퍼블릭 도메인) — 출처 표기 의무 없음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01384" y="302425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95224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스타일이 통일된 키트 단위 → 섞어 쓰기 좋음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고를 때 확인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어디서 보나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· 키 비주얼과 어울리는 스타일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 필터 Pricing → Free · 스타일 키워드로 검색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 호환 (아니면 분홍색으로 깨질 수 있음)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 페이지 Render pipeline compatibility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게임 템플릿이 아닌 '재료'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이름에 Template · Complete Project · Kit가 있으면 내용 확인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2~4 — 키 비주얼 · 프로젝트 · 에셋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키 비주얼을 만들고, 새 프로젝트를 만든 뒤, 스타일 키워드로 에셋을 고릅니다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8~16쪽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비주얼은 2~3번만 만들어 보고 고릅니다 — 완벽할 필요 없음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에셋은 오늘 1~2개면 충분. 고르자마자 다운로드 시작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도구로 무엇을 만들었는지 바로 기록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가져오는 흐름 · 분홍색 · 모델 입히기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자세한 순서는 실습 슬라이드에 있습니다. 여기서는 전체 그림만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42316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783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5F4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783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5F4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 →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→ Import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242316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783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5F4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분홍색이면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URP로 변환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18320" y="242316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78308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5F4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98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Player의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자식으로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(Unity 6.3)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Package Management &gt; 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 변환 (전체)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Rendering &gt; Render Pipeline Converter → Built-in to URP → Material Upgrade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 변환 (고른 재질)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Edit &gt; Rendering &gt; Materials &gt; Convert Selected Built-in Materials to URP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368296" y="57424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Asset Store 에셋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자체를 공개 저장소에 올리지 않습니다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빌드한 게임은 괜찮습니다.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Unity 6에서 AI가 자주 헷갈리는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배운 자료에는 예전 버전이 많습니다. 질문 첫 줄에 버전을 적으면 대부분 해결됩니다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32278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자주 주는 것 (예전)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Unity 6.3 · 우리 수업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그대로 쓰면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Input.GetKey · Input.GetAxis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Keyboard.current · Mouse.current (New Input System)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Play하면 InvalidOperationException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rb.linearVelocity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 또는 자동 변환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FindObjectOfType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FindFirstObjectByType · FindAnyObjectByType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Settings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Profiles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메뉴가 안 보임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&gt;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(Canvas) &gt; Text - TextMeshPro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이름이 다름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첫 줄: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"Unity 6.3 LTS · URP · New Input System만"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받은 코드는 실습 7의 다섯 가지로 확인하고, 모르는 줄은 AI에게 물어서 이해합니다.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 코드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에디터 안의 Unity AI는?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6.3에도 AI(Assistant · Generators)가 있습니다. 써 봐도 좋지만 수업의 기본 도구는 아닙니다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858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 (확인 시점: 2026년 5월 Unity 공식 블로그)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에디터 툴바의 AI 버튼 → Assistant(질문 · 계획 · 작업 수행) · Generators(스프라이트 · 텍스처 · 애니메이션 · 소리 생성)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오픈 베타 — 기능 · 제공 방식이 예고 없이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Personal 라이선스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14일 동안 무료 크레딧 1,000 — 그 뒤 계속 쓰는 조건은 플랜에 따라 다르고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0398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49651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 내내 무료로 쓰기 어려워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브라우저의 AI 챗봇 · 이미지 생성 AI를 기본 도구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씁니다. Unity AI를 써 봤다면 그것도 기록에 적습니다.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5~7 — 가져오기 · 모델 · AI 코드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에셋을 가져와 플레이어에 입히고, AI에게 받은 이동 스크립트로 움직입니다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17~31쪽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 나오면 실습 5의 변환 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답이 예시 답과 달라도 다섯 가지 확인을 통과하면 OK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남으면 (선택) 키 비주얼을 타이틀 배경으로 깔아 보기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주 과제 — 11/9(월) 수업 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프로젝트 노트(PDF) 하나로 제출. 자세한 내용은 과제 안내 슬라이드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61695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낼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1페이지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AI와 만든 기획을 내 말로 · 크기 점검 · 고른 이유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 비주얼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AI로 만든 타이틀 배경 후보 1장 + 스타일 키워드 3개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목록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후보 5개 이상 · 그중 3개 이상 가져와 씬에 배치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첫 조작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모델을 입힌 플레이어가 움직임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사용 기록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3줄 이상 (기획 · 이미지 · 코드 각 1줄)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스크린샷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뷰 1장 + Game 뷰(Play 중) 1장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14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679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052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주(9주차) 목표는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'회색으로 한 판이 도는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핵심 규칙을 AI와 미리 이야기해 보고 오세요.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2026-11-01T18:30:36Z</dcterms:created>
  <dcterms:modified xsi:type="dcterms:W3CDTF">2026-11-01T18:30:36Z</dcterms:modified>
</cp:coreProperties>
</file>