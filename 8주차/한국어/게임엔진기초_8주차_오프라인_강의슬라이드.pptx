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d33ede2b-b6fa-a7dc-74de-dd0276d9147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I를 쓰는 태도" id="{a962f2ce-00ae-84ee-dc7b-f3280503e042}">
          <p14:sldIdLst>
            <p14:sldId id="267"/>
            <p14:sldId id="268"/>
            <p14:sldId id="269"/>
            <p14:sldId id="270"/>
            <p14:sldId id="271"/>
          </p14:sldIdLst>
        </p14:section>
        <p14:section name="예쁘게" id="{4cb99a0c-3d0f-33b4-a9ad-cff4f8154a5f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가져오기 · AI 코드" id="{e826665a-d3d5-8c16-104f-610d5ff3c6fe}">
          <p14:sldIdLst>
            <p14:sldId id="278"/>
            <p14:sldId id="279"/>
            <p14:sldId id="280"/>
            <p14:sldId id="281"/>
          </p14:sldIdLst>
        </p14:section>
        <p14:section name="과제" id="{def8f356-3ff6-44b1-a181-2d2ab9d2ef7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5주차가 공휴일이어서 수업 주차가 한 주씩 밀렸습니다. 오늘이 8주차이고 기말 시연은 15주차인 12/21입니다. 중간은 '만드는 흐름'을 익혔다면, 기말은 같은 흐름을 새 게임으로 다시 하면서 AI와 에셋으로 결과물의 수준을 끌어올리는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새 프로젝트로 두 번째 게임을 만듭니다. 기획부터 그래픽까지 AI와 에셋을 도구로 쓰는 법을 함께 익힙니다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답할 질문 네 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질문마다 실습이 붙어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기말은 무엇을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언제까지?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 1개 · 12/21 시연. 중간의 4가지 + 그래픽 · 타이틀 · 기록 · 과정 설명.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74136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02736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02736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실력이 아닐까?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2736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아닙니다. 도구를 잘 쓰는 것도 실력입니다. 대신 '감독'은 내가 합니다.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428232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6483096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기획을 AI와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하나?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→ 고르기 → 줄이기 → 검토받기. 고르기만은 꼭 내가.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25128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3728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9308592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5372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만드나?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53728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비주얼로 방향을 정하고, 에셋 · 조명 · 타이틀로 완성한다.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목표: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만든 기획 1페이지 + 키 비주얼 + 새 프로젝트 + 에셋을 입혀 움직이는 플레이어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개념은 짧게, 실습은 길게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42976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슬라이드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안내 · 작게 만드는 이유 · 사례 · AI를 쓰는 태도 (22분)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 · AI와 함께 기획 (28분)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3~13쪽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 · 예쁘게 만드는 요소 · 에셋 (12분)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 · 키 비주얼 (15분)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3 · 4 · 새 프로젝트 · 에셋 고르기 (23분)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14~22쪽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가져오기 · AI 코드 확인법 (8분)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5 · 6 · 7 · 가져오기 · 모델 입히기 · AI 첫 스크립트 (35분)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과제 안내 (7분)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23~37쪽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쉬는 시간은 1교시 뒤 10분, 2교시 뒤 10분. 에셋 다운로드는 시간이 걸리니 고르자마자 받아 둡니다.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왜 새 프로젝트로 다시 시작하나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 게임을 고치는 것보다 '처음부터 한 번 더'가 더 많이 남습니다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번째는 빠르다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만들기 · 화면 3개 · GameManager · 빌드를 이미 한 번 해 봤습니다. 같은 일은 빨리 끝내고 남는 시간을 그래픽과 완성도에 씁니다.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8114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'보이는 것'을 설계한다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중간은 회색 큐브로 시작해 나중에 꾸몄습니다. 이번엔 기획 단계에서 키 비주얼로 스타일을 먼저 정하고 시작합니다.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532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833018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53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같은 출발선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하는 사람과 새로 하는 사람이 섞이면 진도를 맞추기 어렵습니다. 모두 새 프로젝트로 같은 일정을 갑니다.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54315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76272" y="54970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8296" y="54223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지우지 말고 보관하세요.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GameManager 같은 내 스크립트는 다시 가져와 써도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 한 달 남짓 — 앞은 '돌아가게', 뒤는 '예쁘게'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5주차 공휴일로 주차가 한 주씩 밀렸습니다. 계획이며 진행에 따라 조정할 수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DF0E4"/>
          </a:solidFill>
          <a:ln w="25400">
            <a:solidFill>
              <a:srgbClr val="E07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8주차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기획 · 키 비주얼 · 첫 조작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4767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5740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규칙 · 승패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4670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11/16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5643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맵 · 캐릭터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45736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55464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55464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포스트 프로세싱 · 카메라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4768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54496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11/30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타이틀 · UI · 폰트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54380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5352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13주차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5352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12/7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65352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플레이테스트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4283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5256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14주차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12/14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빌드 · 연습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34186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C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5159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15주차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45159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45159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(기말고사)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66344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돌아가는 게임 →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46704" y="4663440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예쁜 게임 (파란 칸) 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512064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9주차까지 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 먼저입니다. 그 뒤 3주 동안 마음껏 예쁘게 만듭니다.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실제 사례로 보기 — 작고 단순한 게임의 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잘 알려진 게임들도 '단순한 규칙 + 공들인 화면'으로 사랑받았습니다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3547872" cy="9144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조작 + 아름다운 화면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58952" y="24898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4231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Alto's Adventure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(2015) — 탭하면 점프, 공중에서 누르고 있으면 묘기. 조작은 사실상 하나. 리뷰에서 가장 많이 칭찬받은 것은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그림과 분위기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34296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" y="33629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Monument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1~3시간이면 끝나는 짧은 퍼즐 게임. 아름다운 그림으로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 Apple Design Award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737360"/>
            <a:ext cx="3547872" cy="9144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계획은 늘 늘어난다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507992" y="248983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001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Crossy Road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길을 건너며 차를 피하는 단순한 게임. 처음 계획은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였지만 실제로는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걸림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07992" y="322008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00016" y="315341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 개발자도 일정이 두 배로 늘어납니다. 우리는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작게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잡아야 합니다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8046720" y="1737360"/>
            <a:ext cx="3547872" cy="91440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꿈의 게임은 몇 년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57032" y="248983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4905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Stardew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(2016) — 농장 · 마을 · 이야기가 가득한 게임. 개발자 한 명이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반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혼자 만듦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57032" y="322008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49056" y="3153410"/>
            <a:ext cx="29809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만들고 싶은 큰 게임은 소중합니다. 다만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달짜리 과제의 크기는 아닙니다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각 게임의 Wikipedia 문서 (개발 기간 · 수상 · 리뷰 내용)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98932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6117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6182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61081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교훈: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규칙은 작게, 화면은 정성껏.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그리고 계획은 늘어나니 처음부터 더 작게.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만들고 싶은 큰 게임이 있다면?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버리지 말고, 그 게임에서 '가장 재미있는 한 순간'만 떼어 와서 만듭니다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9943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만들고 싶은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가장 재미있는 한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달 기말 게임으로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오픈월드 RPG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몬스터를 피해 보물을 손에 넣는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 하나 · 몬스터 3마리를 피해 보물 하나 가져오기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레이싱 (트랙 여러 개)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코너를 빠르게 도는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트랙 하나 · 체크포인트 3개 · 기록 재기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슈팅 + 스킬 + 보스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몰려오는 적을 쓸어 내는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화면 · 다가오는 적을 쏘며 60초 버티기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농장 경영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자란 작물을 거두는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밭 하나 · 60초 안에 작물 10개 수확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공포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어둠 속에서 뭔가 쫓아오는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어두운 미로 · 손전등 · 출구까지 도망치기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게임은 큰 게임의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'맛보기 버전'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예쁘게 완성해 두면, 방학 때 여기서부터 키워 나갈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한 달 게임의 한 문장 공식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문장 하나로 설명되면 알맞은 크기입니다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[누가]  [무엇을 피하거나 · 모으거나 · 맞히며]  [몇 초 안에]  [목표]를 이룬다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331927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코인을 모으며 60초 안에 20개를 채운다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코인에 닿으면 +1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고양이가 떨어지는 화분을 피하며 60초를 버틴다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← →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화분에 닿으면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사냥꾼이 나타나는 과녁을 맞히며 30초 동안 점수를 낸다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마우스 클릭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과녁 클릭하면 +10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탐험가가 열쇠를 찾아 90초 안에 문을 연다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열쇠를 들고 문에 닿으면 성공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크레인이 블록을 떨어뜨려 10층을 쌓는다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Space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블록이 떨어지면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58430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76272" y="59085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68296" y="58338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예시를 그대로 골라도 됩니다.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규칙이어도 에셋 · 색 · 타이틀이 다르면 전혀 다른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기본 코스와 도전 코스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모두 기본 코스부터. 기본이 다 끝난 사람만 도전 코스를 하나씩 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 — 모두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조작 1~2개 · 목표 1개 · 실패 조건 1개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(타이틀 · HUD · 결과)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꾸민 맵 · 캐릭터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색을 키 비주얼에 맞추기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이미지로 꾸민 타이틀 화면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Windows 빌드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코스 — 기본이 끝난 사람만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갈수록 어려워지기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적 · 장애물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점수 기록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흔들림 · 등장 연출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꾸미기 더하기 (구름 · 나무 · 파티클)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코스를 예쁘게 끝내는 것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도전 코스는 꾸미기를 다 끝낸 뒤에 시간이 남을 때만.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11880"/>
          </a:xfrm>
          <a:prstGeom prst="roundRect">
            <a:avLst>
              <a:gd name="adj" fmla="val 3038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925699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48356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244977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67634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564255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86912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35624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605278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 통일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35624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24556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등으로 첫인상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135624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43834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35624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63112"/>
            <a:ext cx="508406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어떤 도구로 무엇을 했나 + 내 스크립트 한 부분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이 항목들을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"AI로 만들면 내 실력이 아니다"?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도구를 잘 쓰는 것도 실력입니다. 혼자서도 괜찮은 결과물을 만들 수 있는 시대입니다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예전의 생각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46278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77440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다 짜야 내 코드다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" y="280720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721864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그림을 못 그리면 예쁜 게임은 못 만든다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315163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066288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 배우는 게 없다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45352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수업의 생각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1384" y="24627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77440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개발자도 엔진 · 에셋 · 라이브러리를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만든다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01384" y="30754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990088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+ AI 이미지 + 조명이면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혼자서도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 좋은 화면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01384" y="36880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3602736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묻고 확인하는 과정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곧 배우는 과정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엔진도 이미 '남이 만든 도구'입니다. 중요한 것은 도구를 써서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만들었고, 무엇을 판단했는가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AI는 팀원, 감독은 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일을 많이 해도 괜찮습니다. 다섯 가지는 내가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1386230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정한다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게임 · 어떤 분위기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98064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575304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5654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753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시킨다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35224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붙여 정확히 묻기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4728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885078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2472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고른다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184648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결과 중 좋은 것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296912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4152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8134502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7415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88352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조립한다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434072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Unity에서 붙이고 맞추기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546336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3576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83926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323576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637776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설명한다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683496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했는지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7548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882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49484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48737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시연에서는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'AI와 에셋으로 어떻게 만들었는지'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당당하게 보여 주세요. 그것도 평가하는 과정입니다.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마음껏 쓰되, 이것만은 지키기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애매하면 쓰기 전에 물어보세요. 물어본 것은 문제가 되지 않습니다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3152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내가 고르고 고친다 · 넣은 코드는 이해하고 넣는다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기록 · 유명 게임 · 캐릭터 · 로고 흉내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기록은 감시가 아니라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도구를 얼마나 잘 썼는지 보여 주는 포트폴리오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AI와 기획하는 법 — 넓히고, 고르고, 줄이고, 검토받기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실습 1에서 질문 양식 세 개를 그대로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78308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조건(6주 · 3D · 한 판 3분 · 키 5개 · 무료 에셋)을 주고 아이디어 5개를 표로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651760"/>
            <a:ext cx="109728" cy="73152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6517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하나. 이 단계만은 AI에게 맡기지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52044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5204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"꼭 필요한 기능 3개만 남겨 줘" — AI는 덜어내기를 잘한다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38912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389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38912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"초보가 막힐 부분 3개와 단순하게 바꾸는 법" — 받아들일 것만 반영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채워 준 양식은 그대로 붙이지 않고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고쳐 옮깁니다.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 과정에서 내 게임이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— AI와 함께 기획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넓히고, 하나를 고르고, 줄이고, 비평을 받아 1페이지 기획을 완성합니다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3~13쪽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양식은 복사해서 [내 취향]만 바꾸면 됩니다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고르기는 꼭 내가 — 하고 싶은 게임이어야 6주를 버팁니다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나눈 대화 중 중요한 것은 AI 사용 기록에 한 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2교시 · 개념 12분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 무엇으로 만들어지나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 실력보다 '고르고 맞추는' 실력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 — 한 장으로 방향 정하기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예쁘게 보이는 네 가지 요소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— 어디서 · 무엇을 고르나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나오는 말 — 먼저 정리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모르는 말이 나오면 이 쪽으로 돌아오세요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399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뜻 (쉽게)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게임에 쓰는 재료 파일 — 3D 모델 · 그림 · 소리 · 이펙트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(FBX)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3D 모양이 담긴 파일. FBX는 그중 가장 흔한 형식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· 텍스처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= 표면의 색 · 질감 설정 / 텍스처 = 표면에 입히는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프리팹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다시 쓰려고 저장해 둔 오브젝트 '틀'. 에셋 대부분이 프리팹으로 들어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우리 프로젝트가 화면을 그리는 방식. 에셋도 이 방식에 맞아야 제대로 보임 (안 맞으면 분홍색)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로우 폴리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면이 적은 단순한 3D 스타일. 가볍고, 서로 섞어도 잘 어울림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분위기를 보여 주는 대표 그림 한 장 (포스터 같은 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프롬프트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AI에게 보내는 질문 · 지시 글. 자세할수록 원하는 답이 나옴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 — 완성된 장면을 먼저 그려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이미지 생성 AI로 '완성되면 이렇게 보일' 한 장면을 만들고, 그걸 6주의 기준으로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그림에서 뽑은 스타일 키워드로 에셋을 찾는다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조명에 맞춘다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2628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배경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그대로 타이틀 화면에 깐다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7532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DF0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질문에는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"글자는 넣지 말 것"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꼭 넣습니다. 글자는 Unity에서 넣어야 깨끗하고 고칠 수 있습니다.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흉내 내라고 요청하지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예쁘게 보이는 네 가지 요소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 하나하나보다 '통일감'이 더 큰 차이를 만듭니다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통일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한 키트 · 비슷한 스타일에서 고른다. low poly끼리, 같은 색감끼리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3912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82512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Directional Light 방향 · 색, 그림자, 하늘색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85832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85832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 프로세싱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Bloom · Color Adjustments · Vignette로 마무리 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0560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80560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82512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· UI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각도 · 타이틀 화면 · 읽기 쉬운 폰트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085832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5832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12주차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첫 번째 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맞는 에셋 고르기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까지. 나머지는 해당 주차에 실습합니다.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어디서 구하나 · 무엇을 고르나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수업에서는 두 곳을 기본으로 씁니다. 소리는 6주차에 쓴 곳 그대로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Asset Store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Unity 공식 에셋 마켓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49728"/>
            <a:ext cx="471830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Unity 계정으로 '내 에셋'에 담아 에디터에서 가져옴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325056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78556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대부분 Standard Unity Asset Store EULA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45352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501384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무료 게임 에셋 모음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01384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649728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CC0(퍼블릭 도메인) — 출처 표기 의무 없음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01384" y="302425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2952242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통일된 키트 단위 → 섞어 쓰기 좋음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16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539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고를 때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어디서 보나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 · 키 비주얼과 어울리는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검색 필터 Pricing → Free · 스타일 키워드로 검색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호환 (아니면 분홍색으로 깨질 수 있음)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상품 페이지 Render pipeline compatibility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 게임 템플릿이 아닌 '재료'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이름에 Template · Complete Project · Kit가 있으면 내용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2~4 — 키 비주얼 · 프로젝트 · 에셋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비주얼을 만들고, 새 프로젝트를 만든 뒤, 스타일 키워드로 에셋을 고릅니다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14~22쪽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비주얼은 2~3번만 만들어 보고 고릅니다 — 완벽할 필요 없음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에셋은 오늘 1~2개면 충분. 고르자마자 다운로드 시작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도구로 무엇을 만들었는지 바로 기록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가져오는 흐름 · 분홍색 · 모델 입히기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자세한 순서는 실습 슬라이드에 있습니다. 여기서는 전체 그림만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9" name="Shape 7"/>
          <p:cNvSpPr/>
          <p:nvPr/>
        </p:nvSpPr>
        <p:spPr>
          <a:xfrm>
            <a:off x="2834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71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Manager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57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 →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 → Import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06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43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URP로 변환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418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29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9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Player의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자식으로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(Unity 6.3)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Package Management &gt; 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(전체)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(고른 재질)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Edit &gt; Rendering &gt; Materials &gt; Convert Selected Built-in Materials to URP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51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2176272" y="58171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368296" y="57424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Asset Store 에셋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자체를 공개 저장소에 올리지 않습니다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빌드한 게임은 괜찮습니다.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 6에서 AI가 자주 헷갈리는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배운 자료에는 예전 버전이 많습니다. 질문 첫 줄에 버전을 적으면 대부분 해결됩니다</a:t>
            </a:r>
            <a:endParaRPr lang="en-US" sz="1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자주 주는 것 (예전)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Unity 6.3 · 우리 수업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그대로 쓰면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Input.GetKey · Input.GetAxis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Keyboard.current · Mouse.current (New Input System)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rb.linearVelocity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 또는 자동 변환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FindObjectOfType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FindFirstObjectByType · FindAnyObjectByType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Settings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Profiles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메뉴가 안 보임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&gt; Text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(Canvas) &gt; Text - TextMeshPro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이름이 다름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5780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첫 줄: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"Unity 6.3 LTS · URP · New Input System만"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받은 코드는 실습 7의 다섯 가지로 확인하고, 모르는 줄은 AI에게 물어서 이해합니다.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 안의 Unity AI는?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6.3에도 AI(Assistant · Generators)가 있습니다. 써 봐도 좋지만 수업의 기본 도구는 아닙니다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68580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 (확인 시점: 2026년 5월 Unity 공식 블로그)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무엇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툴바의 AI 버튼 → Assistant(질문 · 계획 · 작업 수행) · Generators(스프라이트 · 텍스처 · 애니메이션 · 소리 생성)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 베타 — 기능 · 제공 방식이 예고 없이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Personal 라이선스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처음 14일 동안 무료 크레딧 1,000 — 그 뒤 계속 쓰는 조건은 플랜에 따라 다르고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974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039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496519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학기 내내 무료로 쓰기 어려워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브라우저의 AI 챗봇 · 이미지 생성 AI를 기본 도구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씁니다. Unity AI를 써 봤다면 그것도 기록에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5~7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5~7 — 가져오기 · 모델 · AI 코드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가져와 플레이어에 입히고, AI에게 받은 이동 스크립트로 움직입니다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23~37쪽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 나오면 실습 5의 변환 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답이 예시 답과 달라도 다섯 가지 확인을 통과하면 OK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남으면 (선택) 키 비주얼을 타이틀 배경으로 깔아 보기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주 과제 — 11/9(월) 수업 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노트(PDF) 하나로 제출. 자세한 내용은 과제 안내 슬라이드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61695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낼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1페이지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만든 기획을 내 말로 · 크기 점검 · 고른 이유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AI로 만든 타이틀 배경 후보 1장 + 스타일 키워드 3개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목록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후보 5개 이상 · 그중 3개 이상 가져와 씬에 배치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첫 조작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모델을 입힌 플레이어가 움직임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3줄 이상 (기획 · 이미지 · 코드 각 1줄)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스크린샷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Scene 뷰 1장 + Game 뷰(Play 중) 1장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주(9주차) 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핵심 규칙을 AI와 미리 이야기해 보고 오세요.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2026-11-01T18:51:20Z</dcterms:created>
  <dcterms:modified xsi:type="dcterms:W3CDTF">2026-11-01T18:51:20Z</dcterms:modified>
</cp:coreProperties>
</file>