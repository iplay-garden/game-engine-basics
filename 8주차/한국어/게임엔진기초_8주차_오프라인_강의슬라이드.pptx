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6feddf20-3c05-d6f9-7913-ace8683b7351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AI를 쓰는 태도" id="{a0741dbe-a94c-45be-294c-411a8d3514ce}">
          <p14:sldIdLst>
            <p14:sldId id="263"/>
            <p14:sldId id="264"/>
            <p14:sldId id="265"/>
            <p14:sldId id="266"/>
            <p14:sldId id="267"/>
          </p14:sldIdLst>
        </p14:section>
        <p14:section name="예쁘게" id="{6a95901b-7deb-9c8c-e554-1f1257d03742}">
          <p14:sldIdLst>
            <p14:sldId id="268"/>
            <p14:sldId id="269"/>
            <p14:sldId id="270"/>
            <p14:sldId id="271"/>
            <p14:sldId id="272"/>
          </p14:sldIdLst>
        </p14:section>
        <p14:section name="가져오기 · AI 코드" id="{dd47694d-f35a-088a-98c8-19c8d493f5f5}">
          <p14:sldIdLst>
            <p14:sldId id="273"/>
            <p14:sldId id="274"/>
            <p14:sldId id="275"/>
            <p14:sldId id="276"/>
          </p14:sldIdLst>
        </p14:section>
        <p14:section name="과제" id="{8905a830-33b0-48ae-7c28-7cf4b6b6158b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5주차가 공휴일이어서 수업 주차가 한 주씩 밀렸습니다. 오늘이 8주차이고 기말 시연은 15주차인 12/21입니다. 중간은 '만드는 흐름'을 익혔다면, 기말은 같은 흐름을 새 게임으로 다시 하면서 AI와 에셋으로 결과물의 수준을 끌어올리는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강의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강의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슬라이드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 새 프로젝트로 두 번째 게임을 만듭니다. 기획부터 그래픽까지 AI와 에셋을 도구로 쓰는 법을 함께 익힙니다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버전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 (월)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답할 질문 네 개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질문마다 실습이 붙어 있습니다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832104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기말은 무엇을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언제까지?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 1개 · 12/21 시연. 중간의 4가지 + 그래픽 · 타이틀 · 기록 · 과정 설명.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74136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602736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3657600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0273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02736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쓰면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실력이 아닐까?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2736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아닙니다. 도구를 잘 쓰는 것도 실력입니다. 대신 '감독'은 내가 합니다.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428232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6483096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28232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기획을 AI와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하나?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 → 고르기 → 줄이기 → 검토받기. 고르기만은 꼭 내가.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025128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253728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9308592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5372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253728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예쁜 게임은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만드나?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253728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비주얼로 방향을 정하고, 에셋 · 조명 · 타이틀로 완성한다.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68296" y="53766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목표: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만든 기획 1페이지 + 키 비주얼 + 새 프로젝트 + 에셋을 입혀 움직이는 플레이어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오늘의 시간표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개념은 짧게, 실습은 길게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42976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개념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슬라이드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기말 안내 · AI를 쓰는 태도 · AI와 기획하는 법 (15분)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1 · AI와 함께 기획 (35분)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2~8쪽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 · 예쁘게 만드는 요소 · 에셋 (12분)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2 · 키 비주얼 (15분)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3 · 4 · 새 프로젝트 · 에셋 고르기 (23분)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9~17쪽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 가져오기 · AI 코드 확인법 (8분)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5 · 6 · 7 · 가져오기 · 모델 입히기 · AI 첫 스크립트 (35분)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과제 안내 (7분)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18~32쪽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477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542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468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쉬는 시간은 1교시 뒤 10분, 2교시 뒤 10분. 에셋 다운로드는 시간이 걸리니 고르자마자 받아 둡니다.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왜 새 프로젝트로 다시 시작하나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 게임을 고치는 것보다 '처음부터 한 번 더'가 더 많이 남습니다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83210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번째는 빠르다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만들기 · 화면 3개 · GameManager · 빌드를 이미 한 번 해 봤습니다. 같은 일은 빨리 끝내고 남는 시간을 그래픽과 완성도에 씁니다.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2628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8114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'보이는 것'을 설계한다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중간은 회색 큐브로 시작해 나중에 꾸몄습니다. 이번엔 기획 단계에서 키 비주얼로 스타일을 먼저 정하고 시작합니다.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04672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827532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833018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753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 같은 출발선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하는 사람과 새로 하는 사람이 섞이면 진도를 맞추기 어렵습니다. 모두 새 프로젝트로 같은 일정을 갑니다.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54315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76272" y="54970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8296" y="54223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프로젝트는 지우지 말고 보관하세요.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GameManager 같은 내 스크립트는 다시 가져와 써도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기말까지 한 달 남짓 — 앞은 '돌아가게', 뒤는 '예쁘게'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5주차 공휴일로 주차가 한 주씩 밀렸습니다. 계획이며 진행에 따라 조정할 수 있습니다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DF0E4"/>
          </a:solidFill>
          <a:ln w="25400">
            <a:solidFill>
              <a:srgbClr val="E07A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8주차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기획 · 키 비주얼 · 첫 조작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47672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57400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9주차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11/9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057400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규칙 · 승패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46704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6432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10주차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11/16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456432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에셋으로 맵 · 캐릭터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45736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55464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55464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· 포스트 프로세싱 · 카메라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44768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54496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54496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11/30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54496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타이틀 · UI · 폰트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543800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53528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13주차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653528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12/7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653528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· 이펙트 · 플레이테스트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42832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52560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14주차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052560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12/14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 · 빌드 · 연습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341864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CEAE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51592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15주차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451592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451592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(기말고사)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663440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돌아가는 게임 →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346704" y="4663440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예쁜 게임 (파란 칸) →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512064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368296" y="52395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9주차까지 '회색으로 한 판이 도는 게임'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 먼저입니다. 그 뒤 3주 동안 마음껏 예쁘게 만듭니다.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단순한 게임일수록 더 예쁘게 만들 수 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시간은 정해져 있습니다. 규칙에 쓰지 않은 시간이 '꾸미는 시간'이 됩니다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6주를 쓰는 방법 (예시)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기획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개 · 적 여러 종류 · 스테이지 여러 개 → 회색 화면으로 시연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기획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동작 하나 · 오브젝트 몇 종류 → 남은 4주로 에셋 · 조명 · 타이틀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남는다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일찍 끝나야 꾸밀 시간이 생깁니다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스타일을 맞추기 쉽다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등장하는 물체 종류가 적을수록 어울리는 에셋을 찾기 쉽습니다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버그가 적다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기능이 적을수록 시연 날 멈출 일이 줄어듭니다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하나 + 예쁜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+ 회색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보다 훨씬 좋은 게임으로 보입니다. 기획은 줄이고, 꾸미기에 시간을 쓰세요.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 완성 기준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중간의 네 가지 위에 '보기 좋은 게임'과 '도구를 잘 쓴 과정'이 더해집니다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11880"/>
          </a:xfrm>
          <a:prstGeom prst="roundRect">
            <a:avLst>
              <a:gd name="adj" fmla="val 3038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중간과 같은 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판 완주 — 타이틀 → 플레이 → 결과 → RETRY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925699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848356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— 타이틀 · HUD · 결과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244977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67634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— 득점 · 성공 · 실패에 소리 + 이펙트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564255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486912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Windows 빌드 — .exe로 시연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11880"/>
          </a:xfrm>
          <a:prstGeom prst="roundRect">
            <a:avLst>
              <a:gd name="adj" fmla="val 3038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이번에 더해지는 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중간과 다른 새 프로젝트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35624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605278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그래픽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· 조명으로 스타일 통일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135624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2924556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꾸민 타이틀 화면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 이미지 등으로 첫인상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135624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243834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2종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목록 · AI 사용 기록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35624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563112"/>
            <a:ext cx="508406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 설명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어떤 도구로 무엇을 했나 + 내 스크립트 한 부분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548640" y="553212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660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25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509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평가는 이 항목들을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보는 관점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합니다. 게임 종류로 점수를 나누지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"AI로 만들면 내 실력이 아니다"?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도구를 잘 쓰는 것도 실력입니다. 혼자서도 괜찮은 결과물을 만들 수 있는 시대입니다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예전의 생각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46278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377440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다 짜야 내 코드다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" y="280720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721864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그림을 못 그리면 예쁜 게임은 못 만든다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" y="3151632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066288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쓰면 배우는 게 없다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45352" y="178308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수업의 생각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1384" y="246278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93408" y="2377440"/>
            <a:ext cx="471830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개발자도 엔진 · 에셋 · 라이브러리를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조합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해서 만든다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01384" y="30754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93408" y="2990088"/>
            <a:ext cx="471830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+ AI 이미지 + 조명이면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혼자서도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 좋은 화면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01384" y="36880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93408" y="3602736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묻고 확인하는 과정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곧 배우는 과정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68296" y="53766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엔진도 이미 '남이 만든 도구'입니다. 중요한 것은 도구를 써서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만들었고, 무엇을 판단했는가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AI는 팀원, 감독은 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일을 많이 해도 괜찮습니다. 다섯 가지는 내가 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1386230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정한다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무슨 게임 · 어떤 분위기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98064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575304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5654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7530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89504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시킨다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935224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조건을 붙여 정확히 묻기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4728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885078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824728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고른다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184648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결과 중 좋은 것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296912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24" name="Shape 22"/>
          <p:cNvSpPr/>
          <p:nvPr/>
        </p:nvSpPr>
        <p:spPr>
          <a:xfrm>
            <a:off x="8074152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8134502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7415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88352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조립한다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434072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Unity에서 붙이고 맞추기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546336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23576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83926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323576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637776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설명한다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9683496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했는지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47548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4882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49484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487375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시연에서는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'AI와 에셋으로 어떻게 만들었는지'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를 당당하게 보여 주세요. 그것도 평가하는 과정입니다.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마음껏 쓰되, 이것만은 지키기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애매하면 쓰기 전에 물어보세요. 물어본 것은 문제가 되지 않습니다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31520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마음껏 쓰기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꼭 지킬 것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· 비평 · 이미지 · 코드 · 에러 해결 · 설명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결과를 내가 고르고 고친다 · 넣은 코드는 이해하고 넣는다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· 텍스처 · 재질 · 사운드 · 이펙트 · 폰트 · UI 그림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완성된 게임 템플릿을 이름만 바꿔 내지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수업 자료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GameManager 등 수업 스크립트 재사용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다른 학생의 프로젝트 · 결과물 가져오지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공통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여러 도구를 섞어 쓰기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쓴 것은 기록 · 유명 게임 · 캐릭터 · 로고 흉내 내지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60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725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509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기록은 감시가 아니라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도구를 얼마나 잘 썼는지 보여 주는 포트폴리오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AI와 기획하는 법 — 넓히고, 고르고, 줄이고, 검토받기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실습 1에서 질문 양식 세 개를 그대로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78308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조건(6주 · 3D · 한 판 3분 · 키 5개 · 무료 에셋)을 주고 아이디어 5개를 표로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DF0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651760"/>
            <a:ext cx="109728" cy="731520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6517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6517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하고 싶은 것 하나. 이 단계만은 AI에게 맡기지 않는다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52044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3520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줄이기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35204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"꼭 필요한 기능 3개만 남겨 줘" — AI는 덜어내기를 잘한다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438912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4389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검토받기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438912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"초보가 막힐 부분 3개와 단순하게 바꾸는 법" — 받아들일 것만 반영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477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76272" y="5542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68296" y="5468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채워 준 양식은 그대로 붙이지 않고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 고쳐 옮깁니다.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 과정에서 내 게임이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 — AI와 함께 기획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아이디어를 넓히고, 하나를 고르고, 줄이고, 비평을 받아 1페이지 기획을 완성합니다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2~8쪽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양식은 복사해서 [내 취향]만 바꾸면 됩니다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고르기는 꼭 내가 — 하고 싶은 게임이어야 6주를 버팁니다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나눈 대화 중 중요한 것은 AI 사용 기록에 한 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2교시 · 개념 12분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예쁜 게임은 무엇으로 만들어지나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 실력보다 '고르고 맞추는' 실력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 — 한 장으로 방향 정하기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예쁘게 보이는 네 가지 요소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— 어디서 · 무엇을 고르나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예쁘게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키 비주얼 — 완성된 장면을 먼저 그려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이미지 생성 AI로 '완성되면 이렇게 보일' 한 장면을 만들고, 그걸 6주의 기준으로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그림에서 뽑은 스타일 키워드로 에셋을 찾는다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 · 빛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하늘색 · 빛 방향 · 분위기를 조명에 맞춘다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52628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2628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 배경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그대로 타이틀 화면에 깐다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7532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DF0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368296" y="4553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질문에는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"글자는 넣지 말 것"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을 꼭 넣습니다. 글자는 Unity에서 넣어야 깨끗하고 고칠 수 있습니다.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176272" y="51358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368296" y="5061204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게임 · 캐릭터 · 로고를 흉내 내라고 요청하지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예쁘게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예쁘게 보이는 네 가지 요소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모델 하나하나보다 '통일감'이 더 큰 차이를 만듭니다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통일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한 키트 · 비슷한 스타일에서 고른다. low poly끼리, 같은 색감끼리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80560" y="194767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80560" y="19476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10주차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53912" y="178308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82512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4231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Directional Light 방향 · 색, 그림자, 하늘색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085832" y="194767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85832" y="19476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포스트 프로세싱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69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Bloom · Color Adjustments · Vignette로 마무리 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480560" y="359359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80560" y="359359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53912" y="34290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82512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· UI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4069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각도 · 타이틀 화면 · 읽기 쉬운 폰트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085832" y="359359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85832" y="359359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12주차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68296" y="53766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첫 번째 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스타일이 맞는 에셋 고르기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까지. 나머지는 해당 주차에 실습합니다.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에셋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어디서 구하나 · 무엇을 고르나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 수업에서는 두 곳을 기본으로 씁니다. 소리는 6주차에 쓴 곳 그대로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38528"/>
            <a:ext cx="4937760" cy="33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Asset Store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41922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347214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assetstore.unity.com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Unity 공식 에셋 마켓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" y="27217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49728"/>
            <a:ext cx="4718304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필터 · Unity 계정으로 '내 에셋'에 담아 에디터에서 가져옴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" y="325056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78556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라이선스: 대부분 Standard Unity Asset Store EULA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45352" y="173736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F3F5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1938528"/>
            <a:ext cx="4937760" cy="33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501384" y="241922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93408" y="2347214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kenney.nl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무료 게임 에셋 모음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01384" y="27217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93408" y="2649728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CC0(퍼블릭 도메인) — 출처 표기 의무 없음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501384" y="302425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93408" y="2952242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스타일이 통일된 키트 단위 → 섞어 쓰기 좋음</a:t>
            </a:r>
            <a:endParaRPr lang="en-US" sz="13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91672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539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고를 때 확인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어디서 보나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무료 · 키 비주얼과 어울리는 스타일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검색 필터 Pricing → Free · 스타일 키워드로 검색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호환 (아니면 분홍색으로 깨질 수 있음)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상품 페이지 Render pipeline compatibility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 게임 템플릿이 아닌 '재료'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이름에 Template · Complete Project · Kit가 있으면 내용 확인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2~4 — 키 비주얼 · 프로젝트 · 에셋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키 비주얼을 만들고, 새 프로젝트를 만든 뒤, 스타일 키워드로 에셋을 고릅니다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9~17쪽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비주얼은 2~3번만 만들어 보고 고릅니다 — 완벽할 필요 없음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에셋은 오늘 1~2개면 충분. 고르자마자 다운로드 시작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도구로 무엇을 만들었는지 바로 기록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에셋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가져오는 흐름 · 분홍색 · 모델 입히기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자세한 순서는 실습 슬라이드에 있습니다. 여기서는 전체 그림만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9" name="Shape 7"/>
          <p:cNvSpPr/>
          <p:nvPr/>
        </p:nvSpPr>
        <p:spPr>
          <a:xfrm>
            <a:off x="2834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71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Manager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46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20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57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 →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 → Import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06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43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URP로 변환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418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1" name="Shape 19"/>
          <p:cNvSpPr/>
          <p:nvPr/>
        </p:nvSpPr>
        <p:spPr>
          <a:xfrm>
            <a:off x="9692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829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29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Player의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자식으로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5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 (Unity 6.3)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Package Manager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Package Management &gt; Package Manager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변환 (전체)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변환 (고른 재질)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Edit &gt; Rendering &gt; Materials &gt; Convert Selected Built-in Materials to URP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48640" y="56235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515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2176272" y="58171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368296" y="57424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라이선스: Asset Store 에셋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자체를 공개 저장소에 올리지 않습니다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빌드한 게임은 괜찮습니다.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Unity 6에서 AI가 자주 헷갈리는 것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배운 자료에는 예전 버전이 많습니다. 질문 첫 줄에 버전을 적으면 대부분 해결됩니다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480560"/>
                <a:gridCol w="322783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AI가 자주 주는 것 (예전)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Unity 6.3 · 우리 수업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그대로 쓰면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Input.GetKey · Input.GetAxis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Keyboard.current · Mouse.current (New Input System)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Play하면 InvalidOperationException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rb.velocity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rb.linearVelocity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옛 이름 — 경고 또는 자동 변환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FindObjectOfType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FindFirstObjectByType · FindAnyObjectByType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옛 이름 — 경고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&gt; Build Settings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&gt; Build Profiles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메뉴가 안 보임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GameObject &gt; UI &gt; Text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GameObject &gt; UI (Canvas) &gt; Text - TextMeshPro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 이름이 다름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5780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3766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첫 줄: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"Unity 6.3 LTS · URP · New Input System만"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받은 코드는 실습 7의 다섯 가지로 확인하고, 모르는 줄은 AI에게 물어서 이해합니다.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에디터 안의 Unity AI는?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6.3에도 AI(Assistant · Generators)가 있습니다. 써 봐도 좋지만 수업의 기본 도구는 아닙니다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685800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 (확인 시점: 2026년 5월 Unity 공식 블로그)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무엇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에디터 툴바의 AI 버튼 → Assistant(질문 · 계획 · 작업 수행) · Generators(스프라이트 · 텍스처 · 애니메이션 · 소리 생성)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오픈 베타 — 기능 · 제공 방식이 예고 없이 바뀔 수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Personal 라이선스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처음 14일 동안 무료 크레딧 1,000 — 그 뒤 계속 쓰는 조건은 플랜에 따라 다르고 바뀔 수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49743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0398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496519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학기 내내 무료로 쓰기 어려워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브라우저의 AI 챗봇 · 이미지 생성 AI를 기본 도구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씁니다. Unity AI를 써 봤다면 그것도 기록에 적습니다.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5~7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5~7 — 가져오기 · 모델 · AI 코드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가져와 플레이어에 입히고, AI에게 받은 이동 스크립트로 움직입니다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18~32쪽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 나오면 실습 5의 변환 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답이 예시 답과 달라도 다섯 가지 확인을 통과하면 OK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남으면 (선택) 키 비주얼을 타이틀 배경으로 깔아 보기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이번 주 과제 — 11/9(월) 수업 전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프로젝트 노트(PDF) 하나로 제출. 자세한 내용은 과제 안내 슬라이드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761695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낼 것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1페이지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AI와 만든 기획을 내 말로 · 크기 점검 · 고른 이유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AI로 만든 타이틀 배경 후보 1장 + 스타일 키워드 3개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 목록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후보 5개 이상 · 그중 3개 이상 가져와 씬에 배치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첫 조작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모델을 입힌 플레이어가 움직임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 사용 기록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3줄 이상 (기획 · 이미지 · 코드 각 1줄)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스크린샷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Scene 뷰 1장 + Game 뷰(Play 중) 1장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주(9주차) 목표는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'회색으로 한 판이 도는 게임'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입니다. 핵심 규칙을 AI와 미리 이야기해 보고 오세요.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2026-11-01T18:41:37Z</dcterms:created>
  <dcterms:modified xsi:type="dcterms:W3CDTF">2026-11-01T18:41:37Z</dcterms:modified>
</cp:coreProperties>
</file>