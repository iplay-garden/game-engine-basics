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" id="{0f5d17ab-c8cf-e6b7-f904-56240523a2c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과제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 · 1단계: 기획 · 키 비주얼 · 첫 조작 — 11/9(월) 수업 전까지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11/9(월) 수업 전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과제 — 여섯 가지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노트(템플릿)를 채워 PDF 하나로 제출합니다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1페이지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함께 만든 기획을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정리 + 크기 점검 + 고른 이유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만든 타이틀 배경 후보 1장 + 스타일 키워드 3개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그중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가져와서 씬에 배치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조작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입힌 플레이어가 움직인다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3줄 이상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기획 · 이미지 · 코드 각각 1줄씩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스크린샷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Scene 뷰 1장 + Game 뷰(▶ Play 중) 1장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과제란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제출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단순한 게임일수록 더 예쁘게 만들 수 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시간은 정해져 있습니다. 규칙에 쓰지 않은 시간이 '꾸미는 시간'이 됩니다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6주를 쓰는 방법 (예시)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기획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개 · 적 여러 종류 · 스테이지 여러 개 → 회색 화면으로 시연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기획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· 버그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꾸미기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동작 하나 · 오브젝트 몇 종류 → 남은 4주로 에셋 · 조명 · 타이틀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남는다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일찍 끝나야 꾸밀 시간이 생깁니다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스타일을 맞추기 쉽다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등장하는 물체 종류가 적을수록 어울리는 에셋을 찾기 쉽습니다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버그가 적다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기능이 적을수록 시연 날 멈출 일이 줄어듭니다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하나 + 예쁜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다섯 + 회색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보다 훨씬 좋은 게임으로 보입니다. 기획은 줄이고, 꾸미기에 시간을 쓰세요.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기본 코스와 도전 코스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모두 기본 코스부터. 기본이 다 끝난 사람만 도전 코스를 하나씩 더합니다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86400" cy="3749040"/>
          </a:xfrm>
          <a:prstGeom prst="roundRect">
            <a:avLst>
              <a:gd name="adj" fmla="val 2927"/>
            </a:avLst>
          </a:prstGeom>
          <a:solidFill>
            <a:srgbClr val="FDF0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 — 모두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조작 1~2개 · 목표 1개 · 실패 조건 1개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05278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(타이틀 · HUD · 결과)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24556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꾸민 맵 · 캐릭터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43834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색을 키 비주얼에 맞추기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04672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6696" y="3563112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이미지로 꾸민 타이틀 화면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4672" y="395973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6696" y="3882390"/>
            <a:ext cx="480974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Windows 빌드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코스 — 기본이 끝난 사람만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01384" y="2363343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93408" y="2286000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갈수록 어려워지기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501384" y="2682621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2605278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움직이는 적 · 장애물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501384" y="3001899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93408" y="2924556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점수 기록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501384" y="3321177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693408" y="3243834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흔들림 · 등장 연출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501384" y="3640455"/>
            <a:ext cx="73152" cy="73152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693408" y="3563112"/>
            <a:ext cx="471830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꾸미기 더하기 (구름 · 나무 · 파티클)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7240" y="57972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176272" y="58628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68296" y="57881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코스를 예쁘게 끝내는 것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도전 코스는 꾸미기를 다 끝낸 뒤에 시간이 남을 때만.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기말까지의 일정 (계획)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한 달 남짓한 여유 — 앞 2주에 '돌아가는 게임', 뒤에는 '예쁜 게임'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끝낼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기획 · 키 비주얼 · 새 프로젝트 · 에셋 첫 사용 · 첫 조작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11/9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핵심 규칙 · 승패 (회색으로 한 판이 돈다)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11/16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에셋으로 맵 · 캐릭터 꾸미기 (스타일 통일)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11/23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① 조명 · 포스트 프로세싱 · 카메라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11/30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예쁘게 ② AI로 타이틀 화면 · HUD · 결과 화면 · 폰트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12/7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소리 · 이펙트 · 플레이테스트 · 난이도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12/14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마무리 · Windows 빌드 · 시연 연습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15주차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12/21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시연 (기말고사)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5주차가 공휴일이라 수업 주차가 한 주씩 밀렸습니다. 날짜 기준으로 보세요.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9062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315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32171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424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528060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53384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스타일이 통일된 화면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32171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3142488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등을 활용해 첫인상 만들기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76275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68808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407365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998976"/>
            <a:ext cx="5084064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어떤 도구로 만들었는지 + 내 스크립트 한 부분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위 항목을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AI를 잘 쓰는 것도 실력입니다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도구는 마음껏. 대신 '감독'은 내가 합니다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고친다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넣은 코드는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이해하고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넣는다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기록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유명 게임 · 캐릭터 · 로고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흉내 내지 않기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애매하면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 전에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물어보세요. 물어본 것은 문제가 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기록 양식 — 예시 한 줄씩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템플릿 파일에 같은 표가 있습니다. 쓸 때마다 바로 적으세요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목록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종류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출처 · 주소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라이선스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어디에 썼나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(Robot Kit)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kenney.nl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CC0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플레이어 모델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KeyVisual_01.png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이미지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(이미지 생성 AI 이름)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서비스 약관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타이틀 배경 후보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사용 기록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날짜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도구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물은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받은 것 → 내가 바꾼 것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배운 것 (내 말로)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11/2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(챗봇)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5개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3번 선택 → 기능 3개로 줄임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조건을 자세히 줄수록 쓸 만한 답</a:t>
                      </a:r>
                      <a:endParaRPr lang="en-US" sz="12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괄호 안은 예시입니다. AI 답을 통째로 붙여 넣지 말고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제출 전 체크 · 자주 묻는 질문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11/9(월) 수업 전까지 LMS 과제란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 하나에 기획 · 키 비주얼 · 에셋 목록 · AI 기록 · 스크린샷 2장이 모두 들어 있다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이름: 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게임엔진기초_8주차_학번_이름.pdf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폴더(Assets · Packages · ProjectSettings)를 USB나 드라이브에 백업했다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답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중간 게임을 이어서 하면 안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이번 기말은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모두 새 프로젝트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거의 다 만들어 줬는데 괜찮나요?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괜찮습니다. 대신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내가 고르고 고친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이해한 것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을 설명할 수 있어야 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유료 에셋 · 유료 AI를 써야 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아니요. 무료로 충분합니다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에셋을 GitHub에 올려도 되나요?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Asset Store 에셋 파일은 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공개 저장소에 올리지 않습니다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(빌드한 게임은 OK)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2026-11-01T18:51:20Z</dcterms:created>
  <dcterms:modified xsi:type="dcterms:W3CDTF">2026-11-01T18:51:20Z</dcterms:modified>
</cp:coreProperties>
</file>