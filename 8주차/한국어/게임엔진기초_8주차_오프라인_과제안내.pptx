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과제" id="{84d3507a-2ac7-8e5a-0677-34d1507cebab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E07A2E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E242B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5F6B78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게임엔진기초 · 8주차 과제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WITCH">
    <p:bg>
      <p:bgPr>
        <a:solidFill>
          <a:srgbClr val="FD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게임엔진기초 · 8주차 과제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3" name="Shape 1"/>
          <p:cNvSpPr/>
          <p:nvPr/>
        </p:nvSpPr>
        <p:spPr>
          <a:xfrm>
            <a:off x="852220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46404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6" name="Shape 4"/>
          <p:cNvSpPr/>
          <p:nvPr/>
        </p:nvSpPr>
        <p:spPr>
          <a:xfrm>
            <a:off x="957376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6404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51560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93826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12" name="Shape 10"/>
          <p:cNvSpPr/>
          <p:nvPr/>
        </p:nvSpPr>
        <p:spPr>
          <a:xfrm>
            <a:off x="904798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3826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98982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2F6F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9954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8982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464040" y="14630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573768" y="157276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6404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046720" y="4663440"/>
            <a:ext cx="3931920" cy="164592"/>
          </a:xfrm>
          <a:prstGeom prst="roundRect">
            <a:avLst>
              <a:gd name="adj" fmla="val 27778"/>
            </a:avLst>
          </a:prstGeom>
          <a:solidFill>
            <a:srgbClr val="3A4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7315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안내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동명대학교 게임그래픽학과 · 게임엔진기초 8주차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1920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기말 프로젝트 1단계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697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· 키 비주얼 · 첫 조작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36576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5DB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수업(11/9) 시작 전까지. 기말 시연은 12/21(월)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11/9(월) 수업 전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기말 시연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12/21 (월)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5394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박정원 · doo0303@naver.com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과제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이번 과제 — 여섯 가지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프로젝트 노트(템플릿)를 채워 PDF 하나로 제출합니다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9222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" y="1847088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7373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1페이지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173736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AI와 함께 만든 기획을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말로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정리 + 크기 점검 + 고른 이유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45059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F6FEB"/>
          </a:solidFill>
          <a:ln/>
        </p:spPr>
      </p:sp>
      <p:sp>
        <p:nvSpPr>
          <p:cNvPr id="11" name="Shape 9"/>
          <p:cNvSpPr/>
          <p:nvPr/>
        </p:nvSpPr>
        <p:spPr>
          <a:xfrm>
            <a:off x="603504" y="2505456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3957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 비주얼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3957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AI로 만든 타이틀 배경 후보 1장 + 스타일 키워드 3개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3905A"/>
          </a:solidFill>
          <a:ln/>
        </p:spPr>
      </p:sp>
      <p:sp>
        <p:nvSpPr>
          <p:cNvPr id="16" name="Shape 14"/>
          <p:cNvSpPr/>
          <p:nvPr/>
        </p:nvSpPr>
        <p:spPr>
          <a:xfrm>
            <a:off x="603504" y="316382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05409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목록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3054096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후보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 이상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그중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이상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가져와서 씬에 배치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767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A4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603504" y="3822192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71246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조작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840480" y="3712464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모델을 입힌 플레이어가 움직인다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42569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04444"/>
          </a:solidFill>
          <a:ln/>
        </p:spPr>
      </p:sp>
      <p:sp>
        <p:nvSpPr>
          <p:cNvPr id="26" name="Shape 24"/>
          <p:cNvSpPr/>
          <p:nvPr/>
        </p:nvSpPr>
        <p:spPr>
          <a:xfrm>
            <a:off x="603504" y="4480560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437083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사용 기록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3840480" y="437083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3줄 이상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기획 · 이미지 · 코드 각각 1줄씩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508406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31" name="Shape 29"/>
          <p:cNvSpPr/>
          <p:nvPr/>
        </p:nvSpPr>
        <p:spPr>
          <a:xfrm>
            <a:off x="603504" y="5138928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48640" y="5084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188720" y="50292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3840480" y="50292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Scene 뷰 1장 + Game 뷰(▶ Play 중) 1장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5852160"/>
            <a:ext cx="11091672" cy="457200"/>
          </a:xfrm>
          <a:prstGeom prst="roundRect">
            <a:avLst>
              <a:gd name="adj" fmla="val 20000"/>
            </a:avLst>
          </a:prstGeom>
          <a:solidFill>
            <a:srgbClr val="FDF0E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77240" y="59801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176272" y="604570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368296" y="597103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이름 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게임엔진기초_8주차_학번_이름.pdf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LMS 과제란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제출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과제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기말까지의 일정 (계획)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한 달 남짓한 여유 — 앞 2주에 '돌아가는 게임', 뒤에는 '예쁜 게임'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8348472"/>
              </a:tblGrid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주차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날짜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끝낼 것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8주차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11/2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AI와 기획 · 키 비주얼 · 새 프로젝트 · 에셋 첫 사용 · 첫 조작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9주차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11/9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핵심 규칙 · 승패 (회색으로 한 판이 돈다)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10주차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11/16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에셋으로 맵 · 캐릭터 꾸미기 (스타일 통일)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11주차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11/23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예쁘게 ① 조명 · 포스트 프로세싱 · 카메라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12주차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11/30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예쁘게 ② AI로 타이틀 화면 · HUD · 결과 화면 · 폰트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13주차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12/7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소리 · 이펙트 · 플레이테스트 · 난이도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14주차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12/14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마무리 · Windows 빌드 · 시연 연습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15주차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12/21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기말 시연 (기말고사)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806440"/>
            <a:ext cx="11091672" cy="411480"/>
          </a:xfrm>
          <a:prstGeom prst="roundRect">
            <a:avLst>
              <a:gd name="adj" fmla="val 22222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9344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9999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92531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5주차가 공휴일이라 수업 주차가 한 주씩 밀렸습니다. 날짜 기준으로 보세요.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과제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기말 완성 기준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중간의 네 가지 위에 '보기 좋은 게임'과 '도구를 잘 쓴 과정'이 더해집니다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중간과 같은 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2360676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" y="2286000"/>
            <a:ext cx="4443984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판 완주 — 타이틀 → 플레이 → 결과 → RETRY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" y="2906268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" y="2831592"/>
            <a:ext cx="444398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3개 — 타이틀 · HUD · 결과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" y="3217164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6696" y="3142488"/>
            <a:ext cx="444398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 — 득점 · 성공 · 실패에 소리 + 이펙트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" y="3528060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96696" y="3453384"/>
            <a:ext cx="444398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 빌드 — .exe로 시연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79592" y="1737360"/>
            <a:ext cx="5760720" cy="3657600"/>
          </a:xfrm>
          <a:prstGeom prst="roundRect">
            <a:avLst>
              <a:gd name="adj" fmla="val 3000"/>
            </a:avLst>
          </a:prstGeom>
          <a:solidFill>
            <a:srgbClr val="FDF0E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08192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이번에 더해지는 것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35624" y="236067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7648" y="2286000"/>
            <a:ext cx="508406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게임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중간과 다른 새 프로젝트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35624" y="267157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27648" y="2596896"/>
            <a:ext cx="5084064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보기 좋은 그래픽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에셋 · 조명으로 스타일이 통일된 화면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35624" y="321716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27648" y="3142488"/>
            <a:ext cx="5084064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꾸민 타이틀 화면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AI 이미지 등을 활용해 첫인상 만들기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35624" y="376275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27648" y="3688080"/>
            <a:ext cx="508406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 2종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에셋 목록 · AI 사용 기록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35624" y="407365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27648" y="3998976"/>
            <a:ext cx="5084064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과정 설명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무엇을 어떤 도구로 만들었는지 + 내 스크립트 한 부분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557784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" y="57058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176272" y="57713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368296" y="569671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평가는 위 항목을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보는 관점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합니다. 게임 종류로 점수를 나누지 않습니다.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과제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AI를 잘 쓰는 것도 실력입니다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도구는 마음껏. 대신 '감독'은 내가 합니다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754880"/>
                <a:gridCol w="4873752"/>
              </a:tblGrid>
              <a:tr h="71323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마음껏 쓰기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꼭 지킬 것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기획 아이디어 · 비평 · 이미지 · 코드 · 에러 해결 · 설명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결과를 </a:t>
                      </a:r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내가 고르고 고친다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· 넣은 코드는 </a:t>
                      </a:r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이해하고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넣는다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에셋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모델 · 텍스처 · 재질 · 사운드 · 이펙트 · 폰트 · UI 그림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완성된 게임 템플릿을 이름만 바꿔 내지 않기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수업 자료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GameManager 등 수업 스크립트 재사용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다른 학생의 프로젝트 · 결과물 가져오지 않기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공통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여러 도구를 섞어 쓰기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쓴 것은 </a:t>
                      </a:r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기록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· 유명 게임 · 캐릭터 · 로고 </a:t>
                      </a:r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흉내 내지 않기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8640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144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6799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60527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애매하면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쓰기 전에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물어보세요. 물어본 것은 문제가 되지 않습니다.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과제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기록 양식 — 예시 한 줄씩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템플릿 파일에 같은 표가 있습니다. 쓸 때마다 바로 적으세요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목록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3017520"/>
                <a:gridCol w="1828800"/>
                <a:gridCol w="25877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종류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출처 · 주소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라이선스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어디에 썼나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(Robot Kit)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모델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kenney.nl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CC0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플레이어 모델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KeyVisual_01.png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이미지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(이미지 생성 AI 이름)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서비스 약관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타이틀 배경 후보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D0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사용 기록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2377440"/>
                <a:gridCol w="3383280"/>
                <a:gridCol w="295351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날짜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도구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물은 것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받은 것 → 내가 바꾼 것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배운 것 (내 말로)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11/2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(챗봇)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기획 아이디어 5개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3번 선택 → 기능 3개로 줄임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조건을 자세히 줄수록 쓸 만한 답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93776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DF0E4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77240" y="50657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176272" y="513130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2368296" y="505663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괄호 안은 예시입니다. AI 답을 통째로 붙여 넣지 말고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해서 적습니다.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과제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제출 전 체크 · 자주 묻는 질문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11/9(월) 수업 전까지 LMS 과제란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" y="181470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737360"/>
            <a:ext cx="5449824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 하나에 기획 · 키 비주얼 · 에셋 목록 · AI 기록 · 스크린샷 2장이 모두 들어 있다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76072" y="237705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" y="2299716"/>
            <a:ext cx="544982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이름: </a:t>
            </a:r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게임엔진기초_8주차_학번_이름.pdf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76072" y="269633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8096" y="2618994"/>
            <a:ext cx="5449824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폴더(Assets · Packages · ProjectSettings)를 USB나 드라이브에 백업했다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737360"/>
          <a:ext cx="51480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53512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질문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답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중간 게임을 이어서 하면 안 되나요?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이번 기말은 </a:t>
                      </a:r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모두 새 프로젝트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입니다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AI가 거의 다 만들어 줬는데 괜찮나요?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괜찮습니다. 대신 </a:t>
                      </a:r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내가 고르고 고친 것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과 </a:t>
                      </a:r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이해한 것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을 설명할 수 있어야 합니다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유료 에셋 · 유료 AI를 써야 하나요?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아니요. 무료로 충분합니다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에셋을 GitHub에 올려도 되나요?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Asset Store 에셋 파일은 </a:t>
                      </a:r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공개 저장소에 올리지 않습니다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(빌드한 게임은 OK)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yBox">
  <a:themeElements>
    <a:clrScheme name="GrayBox">
      <a:dk1>
        <a:srgbClr val="1E242B"/>
      </a:dk1>
      <a:lt1>
        <a:srgbClr val="FFFFFF"/>
      </a:lt1>
      <a:dk2>
        <a:srgbClr val="3A434D"/>
      </a:dk2>
      <a:lt2>
        <a:srgbClr val="F3F5F7"/>
      </a:lt2>
      <a:accent1>
        <a:srgbClr val="E07A2E"/>
      </a:accent1>
      <a:accent2>
        <a:srgbClr val="2F6FEB"/>
      </a:accent2>
      <a:accent3>
        <a:srgbClr val="23905A"/>
      </a:accent3>
      <a:accent4>
        <a:srgbClr val="D04444"/>
      </a:accent4>
      <a:accent5>
        <a:srgbClr val="8C96A1"/>
      </a:accent5>
      <a:accent6>
        <a:srgbClr val="7A5AF8"/>
      </a:accent6>
      <a:hlink>
        <a:srgbClr val="2F6FEB"/>
      </a:hlink>
      <a:folHlink>
        <a:srgbClr val="7A5AF8"/>
      </a:folHlink>
    </a:clrScheme>
    <a:fontScheme name="GrayBox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박정원</dc:creator>
  <cp:lastModifiedBy>박정원</cp:lastModifiedBy>
  <cp:revision>1</cp:revision>
  <dcterms:created xsi:type="dcterms:W3CDTF">2026-11-01T18:30:36Z</dcterms:created>
  <dcterms:modified xsi:type="dcterms:W3CDTF">2026-11-01T18:30:36Z</dcterms:modified>
</cp:coreProperties>
</file>