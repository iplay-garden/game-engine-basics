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과제" id="{6a7ddd97-7905-5731-da1e-bd116aeaeee0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E07A2E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E242B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rgbClr val="5F6B78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5" name="Text 0"/>
          <p:cNvSpPr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게임엔진기초 · 8주차 과제 · Unity 6.3 LTS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E2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WITCH">
    <p:bg>
      <p:bgPr>
        <a:solidFill>
          <a:srgbClr val="FDF0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게임엔진기초 · 8주차 과제 · Unity 6.3 LTS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3" name="Shape 1"/>
          <p:cNvSpPr/>
          <p:nvPr/>
        </p:nvSpPr>
        <p:spPr>
          <a:xfrm>
            <a:off x="852220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1248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46404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6" name="Shape 4"/>
          <p:cNvSpPr/>
          <p:nvPr/>
        </p:nvSpPr>
        <p:spPr>
          <a:xfrm>
            <a:off x="957376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46404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1051560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9" name="Shape 7"/>
          <p:cNvSpPr/>
          <p:nvPr/>
        </p:nvSpPr>
        <p:spPr>
          <a:xfrm>
            <a:off x="1062532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8938260" y="251460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12" name="Shape 10"/>
          <p:cNvSpPr/>
          <p:nvPr/>
        </p:nvSpPr>
        <p:spPr>
          <a:xfrm>
            <a:off x="9047988" y="262432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93826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989820" y="251460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2F6FEB"/>
          </a:solidFill>
          <a:ln/>
        </p:spPr>
      </p:sp>
      <p:sp>
        <p:nvSpPr>
          <p:cNvPr id="15" name="Shape 13"/>
          <p:cNvSpPr/>
          <p:nvPr/>
        </p:nvSpPr>
        <p:spPr>
          <a:xfrm>
            <a:off x="10099548" y="262432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98982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9464040" y="146304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573768" y="157276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464040" y="1463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8046720" y="4663440"/>
            <a:ext cx="3931920" cy="164592"/>
          </a:xfrm>
          <a:prstGeom prst="roundRect">
            <a:avLst>
              <a:gd name="adj" fmla="val 27778"/>
            </a:avLst>
          </a:prstGeom>
          <a:solidFill>
            <a:srgbClr val="3A434D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520" y="73152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0" y="73152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안내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1325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동명대학교 게임그래픽학과 · 게임엔진기초 8주차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178308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오늘부터 시작.</a:t>
            </a:r>
            <a:endParaRPr lang="en-US" sz="36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25146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AI와 에셋으로 한 달간</a:t>
            </a:r>
            <a:endParaRPr lang="en-US" sz="3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만들어 보는 게임 프로젝트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" y="39319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D5DBE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안내 · 1단계: 기획 · 키 비주얼 · 첫 조작 — 11/9(월) 수업 전까지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31520" y="5394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11/9(월) 수업 전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3017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기말 시연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3017520" y="5394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12/21 (월)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303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담당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303520" y="53949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박정원 · doo0303@naver.com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과제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이번 과제 — 여섯 가지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프로젝트 노트(템플릿)를 채워 PDF 하나로 제출합니다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92224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603504" y="1847088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92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7373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기획 1페이지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840480" y="173736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AI와 함께 만든 기획을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말로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정리 + 크기 점검 + 고른 이유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2450592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F6FEB"/>
          </a:solidFill>
          <a:ln/>
        </p:spPr>
      </p:sp>
      <p:sp>
        <p:nvSpPr>
          <p:cNvPr id="11" name="Shape 9"/>
          <p:cNvSpPr/>
          <p:nvPr/>
        </p:nvSpPr>
        <p:spPr>
          <a:xfrm>
            <a:off x="603504" y="2505456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450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39572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 비주얼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840480" y="239572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AI로 만든 타이틀 배경 후보 1장 + 스타일 키워드 3개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1089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3905A"/>
          </a:solidFill>
          <a:ln/>
        </p:spPr>
      </p:sp>
      <p:sp>
        <p:nvSpPr>
          <p:cNvPr id="16" name="Shape 14"/>
          <p:cNvSpPr/>
          <p:nvPr/>
        </p:nvSpPr>
        <p:spPr>
          <a:xfrm>
            <a:off x="603504" y="316382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054096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목록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3840480" y="3054096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후보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5개 이상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그중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 이상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은 가져와서 씬에 배치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376732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3A434D"/>
          </a:solidFill>
          <a:ln/>
        </p:spPr>
      </p:sp>
      <p:sp>
        <p:nvSpPr>
          <p:cNvPr id="21" name="Shape 19"/>
          <p:cNvSpPr/>
          <p:nvPr/>
        </p:nvSpPr>
        <p:spPr>
          <a:xfrm>
            <a:off x="603504" y="3822192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3767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712464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조작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3840480" y="3712464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모델을 입힌 플레이어가 움직인다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4425696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D04444"/>
          </a:solidFill>
          <a:ln/>
        </p:spPr>
      </p:sp>
      <p:sp>
        <p:nvSpPr>
          <p:cNvPr id="26" name="Shape 24"/>
          <p:cNvSpPr/>
          <p:nvPr/>
        </p:nvSpPr>
        <p:spPr>
          <a:xfrm>
            <a:off x="603504" y="4480560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" y="4425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188720" y="4370832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사용 기록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3840480" y="4370832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3줄 이상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기획 · 이미지 · 코드 각각 1줄씩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48640" y="5084064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8C96A1"/>
          </a:solidFill>
          <a:ln/>
        </p:spPr>
      </p:sp>
      <p:sp>
        <p:nvSpPr>
          <p:cNvPr id="31" name="Shape 29"/>
          <p:cNvSpPr/>
          <p:nvPr/>
        </p:nvSpPr>
        <p:spPr>
          <a:xfrm>
            <a:off x="603504" y="5138928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48640" y="5084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1188720" y="502920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스크린샷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3840480" y="502920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Scene 뷰 1장 + Game 뷰(▶ Play 중) 1장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548640" y="5852160"/>
            <a:ext cx="11091672" cy="457200"/>
          </a:xfrm>
          <a:prstGeom prst="roundRect">
            <a:avLst>
              <a:gd name="adj" fmla="val 20000"/>
            </a:avLst>
          </a:prstGeom>
          <a:solidFill>
            <a:srgbClr val="FDF0E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77240" y="598017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176272" y="604570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368296" y="597103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 이름 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게임엔진기초_8주차_학번_이름.pdf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LMS 과제란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제출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과제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단순한 게임일수록 더 예쁘게 만들 수 있다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시간은 정해져 있습니다. 규칙에 쓰지 않은 시간이 '꾸미는 시간'이 됩니다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6주를 쓰는 방법 (예시)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endParaRPr lang="en-US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1주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2주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7607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3주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4주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5039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5주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6주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37744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복잡한 기획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017520" y="2377440"/>
            <a:ext cx="6858000" cy="566928"/>
          </a:xfrm>
          <a:prstGeom prst="rect">
            <a:avLst/>
          </a:prstGeom>
          <a:solidFill>
            <a:srgbClr val="A8B0B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017520" y="2377440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 · 버그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875520" y="2377440"/>
            <a:ext cx="1371600" cy="566928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875520" y="237744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꾸미기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017520" y="2980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 다섯 개 · 적 여러 종류 · 스테이지 여러 개 → 회색 화면으로 시연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3375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단순한 기획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017520" y="3337560"/>
            <a:ext cx="2743200" cy="566928"/>
          </a:xfrm>
          <a:prstGeom prst="rect">
            <a:avLst/>
          </a:prstGeom>
          <a:solidFill>
            <a:srgbClr val="A8B0B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017520" y="33375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 · 버그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760720" y="3337560"/>
            <a:ext cx="5486400" cy="566928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760720" y="33375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꾸미기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3017520" y="39410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동작 하나 · 오브젝트 몇 종류 → 남은 4주로 에셋 · 조명 · 타이틀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4343400"/>
            <a:ext cx="3547872" cy="109728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" y="44074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시간이 남는다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47731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규칙이 일찍 끝나야 꾸밀 시간이 생깁니다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297680" y="4343400"/>
            <a:ext cx="3547872" cy="109728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480560" y="44074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스타일을 맞추기 쉽다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480560" y="47731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등장하는 물체 종류가 적을수록 어울리는 에셋을 찾기 쉽습니다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046720" y="4343400"/>
            <a:ext cx="3547872" cy="109728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29600" y="44074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버그가 적다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0" y="47731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기능이 적을수록 시연 날 멈출 일이 줄어듭니다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DF0E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77240" y="5705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2176272" y="57713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368296" y="569671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 하나 + 예쁜 화면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 다섯 + 회색 화면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보다 훨씬 좋은 게임으로 보입니다. 기획은 줄이고, 꾸미기에 시간을 쓰세요.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과제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기본 코스와 도전 코스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모두 기본 코스부터. 기본이 다 끝난 사람만 도전 코스를 하나씩 더합니다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486400" cy="3749040"/>
          </a:xfrm>
          <a:prstGeom prst="roundRect">
            <a:avLst>
              <a:gd name="adj" fmla="val 2927"/>
            </a:avLst>
          </a:prstGeom>
          <a:solidFill>
            <a:srgbClr val="FDF0E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28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코스 — 모두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04672" y="236334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" y="2286000"/>
            <a:ext cx="480974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조작 1~2개 · 목표 1개 · 실패 조건 1개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04672" y="2682621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6696" y="2605278"/>
            <a:ext cx="480974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화면 3개 (타이틀 · HUD · 결과)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04672" y="300189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96696" y="2924556"/>
            <a:ext cx="480974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에셋으로 꾸민 맵 · 캐릭터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804672" y="3321177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96696" y="3243834"/>
            <a:ext cx="480974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조명 · 색을 키 비주얼에 맞추기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804672" y="3640455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96696" y="3563112"/>
            <a:ext cx="480974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이미지로 꾸민 타이틀 화면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804672" y="395973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96696" y="3882390"/>
            <a:ext cx="480974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소리 · 이펙트 · Windows 빌드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245352" y="1737360"/>
            <a:ext cx="5394960" cy="3749040"/>
          </a:xfrm>
          <a:prstGeom prst="roundRect">
            <a:avLst>
              <a:gd name="adj" fmla="val 2927"/>
            </a:avLst>
          </a:prstGeom>
          <a:solidFill>
            <a:srgbClr val="F3F5F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73952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도전 코스 — 기본이 끝난 사람만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501384" y="2363343"/>
            <a:ext cx="73152" cy="73152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693408" y="2286000"/>
            <a:ext cx="471830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시간이 갈수록 어려워지기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501384" y="2682621"/>
            <a:ext cx="73152" cy="73152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93408" y="2605278"/>
            <a:ext cx="471830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움직이는 적 · 장애물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6501384" y="3001899"/>
            <a:ext cx="73152" cy="73152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693408" y="2924556"/>
            <a:ext cx="471830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최고 점수 기록</a:t>
            </a:r>
            <a:endParaRPr lang="en-US" sz="1450" dirty="0"/>
          </a:p>
        </p:txBody>
      </p:sp>
      <p:sp>
        <p:nvSpPr>
          <p:cNvPr id="27" name="Shape 25"/>
          <p:cNvSpPr/>
          <p:nvPr/>
        </p:nvSpPr>
        <p:spPr>
          <a:xfrm>
            <a:off x="6501384" y="3321177"/>
            <a:ext cx="73152" cy="73152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693408" y="3243834"/>
            <a:ext cx="471830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카메라 흔들림 · 등장 연출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6501384" y="3640455"/>
            <a:ext cx="73152" cy="73152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693408" y="3563112"/>
            <a:ext cx="471830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배경 꾸미기 더하기 (구름 · 나무 · 파티클)</a:t>
            </a:r>
            <a:endParaRPr lang="en-US" sz="1450" dirty="0"/>
          </a:p>
        </p:txBody>
      </p:sp>
      <p:sp>
        <p:nvSpPr>
          <p:cNvPr id="31" name="Shape 29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DF0E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77240" y="57972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176272" y="586282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2368296" y="578815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목표는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코스를 예쁘게 끝내는 것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 도전 코스는 꾸미기를 다 끝낸 뒤에 시간이 남을 때만.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과제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기말까지의 일정 (계획)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한 달 남짓한 여유 — 앞 2주에 '돌아가는 게임', 뒤에는 '예쁜 게임'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8348472"/>
              </a:tblGrid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주차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날짜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끝낼 것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8주차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11/2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AI와 기획 · 키 비주얼 · 새 프로젝트 · 에셋 첫 사용 · 첫 조작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9주차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11/9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핵심 규칙 · 승패 (회색으로 한 판이 돈다)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10주차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11/16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에셋으로 맵 · 캐릭터 꾸미기 (스타일 통일)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11주차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11/23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예쁘게 ① 조명 · 포스트 프로세싱 · 카메라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12주차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11/30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예쁘게 ② AI로 타이틀 화면 · HUD · 결과 화면 · 폰트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13주차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12/7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소리 · 이펙트 · 플레이테스트 · 난이도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14주차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12/14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마무리 · Windows 빌드 · 시연 연습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15주차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12/21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기말 시연 (기말고사)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06440"/>
            <a:ext cx="11091672" cy="411480"/>
          </a:xfrm>
          <a:prstGeom prst="roundRect">
            <a:avLst>
              <a:gd name="adj" fmla="val 22222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9344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9999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59253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5주차가 공휴일이라 수업 주차가 한 주씩 밀렸습니다. 날짜 기준으로 보세요.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과제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기말 완성 기준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중간의 네 가지 위에 '보기 좋은 게임'과 '도구를 잘 쓴 과정'이 더해집니다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120640" cy="3657600"/>
          </a:xfrm>
          <a:prstGeom prst="roundRect">
            <a:avLst>
              <a:gd name="adj" fmla="val 3000"/>
            </a:avLst>
          </a:prstGeom>
          <a:solidFill>
            <a:srgbClr val="F3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288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중간과 같은 것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04672" y="2360676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" y="2286000"/>
            <a:ext cx="4443984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판 완주 — 타이틀 → 플레이 → 결과 → RETRY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04672" y="2906268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6696" y="2831592"/>
            <a:ext cx="444398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화면 3개 — 타이틀 · HUD · 결과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4672" y="3217164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96696" y="3142488"/>
            <a:ext cx="444398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반응 — 득점 · 성공 · 실패에 소리 + 이펙트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" y="3528060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96696" y="3453384"/>
            <a:ext cx="444398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Windows 빌드 — .exe로 시연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879592" y="1737360"/>
            <a:ext cx="5760720" cy="3657600"/>
          </a:xfrm>
          <a:prstGeom prst="roundRect">
            <a:avLst>
              <a:gd name="adj" fmla="val 3000"/>
            </a:avLst>
          </a:prstGeom>
          <a:solidFill>
            <a:srgbClr val="FDF0E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08192" y="18288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이번에 더해지는 것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135624" y="236067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27648" y="2286000"/>
            <a:ext cx="508406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게임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중간과 다른 새 프로젝트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135624" y="2671572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27648" y="2596896"/>
            <a:ext cx="5084064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보기 좋은 그래픽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에셋 · 조명으로 스타일이 통일된 화면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135624" y="3217164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327648" y="3142488"/>
            <a:ext cx="5084064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꾸민 타이틀 화면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AI 이미지 등을 활용해 첫인상 만들기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135624" y="376275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27648" y="3688080"/>
            <a:ext cx="508406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기록 2종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에셋 목록 · AI 사용 기록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35624" y="4073652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327648" y="3998976"/>
            <a:ext cx="5084064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과정 설명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무엇을 어떤 도구로 만들었는지 + 내 스크립트 한 부분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48640" y="557784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DF0E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77240" y="5705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176272" y="57713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368296" y="56967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평가는 위 항목을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보는 관점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합니다. 게임 종류로 점수를 나누지 않습니다.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과제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AI를 잘 쓰는 것도 실력입니다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도구는 마음껏. 대신 '감독'은 내가 합니다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754880"/>
                <a:gridCol w="4873752"/>
              </a:tblGrid>
              <a:tr h="713232">
                <a:tc>
                  <a:txBody>
                    <a:bodyPr/>
                    <a:lstStyle/>
                    <a:p>
                      <a:endParaRPr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마음껏 쓰기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꼭 지킬 것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기획 아이디어 · 비평 · 이미지 · 코드 · 에러 해결 · 설명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결과를 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내가 고르고 고친다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· 넣은 코드는 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이해하고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넣는다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에셋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모델 · 텍스처 · 재질 · 사운드 · 이펙트 · 폰트 · UI 그림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완성된 게임 템플릿을 이름만 바꿔 내지 않기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수업 자료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GameManager 등 수업 스크립트 재사용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다른 학생의 프로젝트 · 결과물 가져오지 않기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공통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여러 도구를 섞어 쓰기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쓴 것은 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기록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· 유명 게임 · 캐릭터 · 로고 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흉내 내지 않기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486400"/>
            <a:ext cx="11091672" cy="502920"/>
          </a:xfrm>
          <a:prstGeom prst="roundRect">
            <a:avLst>
              <a:gd name="adj" fmla="val 18182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6144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67994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560527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애매하면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쓰기 전에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물어보세요. 물어본 것은 문제가 되지 않습니다.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과제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기록 양식 — 예시 한 줄씩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템플릿 파일에 같은 표가 있습니다. 쓸 때마다 바로 적으세요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91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목록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3017520"/>
                <a:gridCol w="1828800"/>
                <a:gridCol w="25877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이름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종류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출처 · 주소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라이선스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어디에 썼나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(Robot Kit)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모델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kenney.nl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CC0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플레이어 모델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KeyVisual_01.png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이미지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(이미지 생성 AI 이름)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서비스 약관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타이틀 배경 후보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3429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D0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사용 기록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91672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2377440"/>
                <a:gridCol w="3383280"/>
                <a:gridCol w="295351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날짜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도구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물은 것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받은 것 → 내가 바꾼 것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배운 것 (내 말로)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11/2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(챗봇)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기획 아이디어 5개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3번 선택 → 기능 3개로 줄임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조건을 자세히 줄수록 쓸 만한 답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4937760"/>
            <a:ext cx="11091672" cy="502920"/>
          </a:xfrm>
          <a:prstGeom prst="roundRect">
            <a:avLst>
              <a:gd name="adj" fmla="val 18182"/>
            </a:avLst>
          </a:prstGeom>
          <a:solidFill>
            <a:srgbClr val="FDF0E4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77240" y="506577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2176272" y="513130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2368296" y="505663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괄호 안은 예시입니다. AI 답을 통째로 붙여 넣지 말고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해서 적습니다.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과제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제출 전 체크 · 자주 묻는 질문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11/9(월) 수업 전까지 LMS 과제란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76072" y="181470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737360"/>
            <a:ext cx="5449824" cy="486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PDF 하나에 기획 · 키 비주얼 · 에셋 목록 · AI 기록 · 스크린샷 2장이 모두 들어 있다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76072" y="237705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2299716"/>
            <a:ext cx="544982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 이름: </a:t>
            </a:r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게임엔진기초_8주차_학번_이름.pdf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76072" y="2696337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68096" y="2618994"/>
            <a:ext cx="5449824" cy="486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폴더(Assets · Packages · ProjectSettings)를 USB나 드라이브에 백업했다</a:t>
            </a:r>
            <a:endParaRPr lang="en-US" sz="14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737360"/>
          <a:ext cx="51480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953512"/>
              </a:tblGrid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질문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답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중간 게임을 이어서 하면 안 되나요?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이번 기말은 </a:t>
                      </a:r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모두 새 프로젝트</a:t>
                      </a:r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입니다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AI가 거의 다 만들어 줬는데 괜찮나요?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괜찮습니다. 대신 </a:t>
                      </a:r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내가 고르고 고친 것</a:t>
                      </a:r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과 </a:t>
                      </a:r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이해한 것</a:t>
                      </a:r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을 설명할 수 있어야 합니다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유료 에셋 · 유료 AI를 써야 하나요?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아니요. 무료로 충분합니다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에셋을 GitHub에 올려도 되나요?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Asset Store 에셋 파일은 </a:t>
                      </a:r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공개 저장소에 올리지 않습니다</a:t>
                      </a:r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(빌드한 게임은 OK)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ayBox">
  <a:themeElements>
    <a:clrScheme name="GrayBox">
      <a:dk1>
        <a:srgbClr val="1E242B"/>
      </a:dk1>
      <a:lt1>
        <a:srgbClr val="FFFFFF"/>
      </a:lt1>
      <a:dk2>
        <a:srgbClr val="3A434D"/>
      </a:dk2>
      <a:lt2>
        <a:srgbClr val="F3F5F7"/>
      </a:lt2>
      <a:accent1>
        <a:srgbClr val="E07A2E"/>
      </a:accent1>
      <a:accent2>
        <a:srgbClr val="2F6FEB"/>
      </a:accent2>
      <a:accent3>
        <a:srgbClr val="23905A"/>
      </a:accent3>
      <a:accent4>
        <a:srgbClr val="D04444"/>
      </a:accent4>
      <a:accent5>
        <a:srgbClr val="8C96A1"/>
      </a:accent5>
      <a:accent6>
        <a:srgbClr val="7A5AF8"/>
      </a:accent6>
      <a:hlink>
        <a:srgbClr val="2F6FEB"/>
      </a:hlink>
      <a:folHlink>
        <a:srgbClr val="7A5AF8"/>
      </a:folHlink>
    </a:clrScheme>
    <a:fontScheme name="GrayBox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박정원</dc:creator>
  <cp:lastModifiedBy>박정원</cp:lastModifiedBy>
  <cp:revision>1</cp:revision>
  <dcterms:created xsi:type="dcterms:W3CDTF">2026-11-01T18:48:25Z</dcterms:created>
  <dcterms:modified xsi:type="dcterms:W3CDTF">2026-11-01T18:48:25Z</dcterms:modified>
</cp:coreProperties>
</file>