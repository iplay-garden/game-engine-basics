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980bf71-045d-065a-d067-781377513439}">
          <p14:sldIdLst>
            <p14:sldId id="256"/>
            <p14:sldId id="257"/>
          </p14:sldIdLst>
        </p14:section>
        <p14:section name="실습 1" id="{7d849dee-8d42-b8b8-7726-47a3d8d4b966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실습 2" id="{c568a43c-8f9e-759d-d6fb-60bc9dc12dab}">
          <p14:sldIdLst>
            <p14:sldId id="269"/>
            <p14:sldId id="270"/>
            <p14:sldId id="271"/>
          </p14:sldIdLst>
        </p14:section>
        <p14:section name="실습 3" id="{60940096-8b76-4c20-6b12-f61fab6a9f0b}">
          <p14:sldIdLst>
            <p14:sldId id="272"/>
            <p14:sldId id="273"/>
            <p14:sldId id="274"/>
          </p14:sldIdLst>
        </p14:section>
        <p14:section name="실습 4" id="{67d75e73-04dc-4dfe-79ca-1b6d7c439cb4}">
          <p14:sldIdLst>
            <p14:sldId id="275"/>
            <p14:sldId id="276"/>
            <p14:sldId id="277"/>
          </p14:sldIdLst>
        </p14:section>
        <p14:section name="실습 5" id="{460dbe0d-a2ae-a84a-a99f-fce3a31523ec}">
          <p14:sldIdLst>
            <p14:sldId id="278"/>
            <p14:sldId id="279"/>
            <p14:sldId id="280"/>
            <p14:sldId id="281"/>
            <p14:sldId id="282"/>
          </p14:sldIdLst>
        </p14:section>
        <p14:section name="실습 6" id="{bd8a8f7c-6cb6-78aa-a772-1a2a9bff8279}">
          <p14:sldIdLst>
            <p14:sldId id="283"/>
            <p14:sldId id="284"/>
          </p14:sldIdLst>
        </p14:section>
        <p14:section name="실습 7" id="{ae879727-f295-6c34-98d6-c495b7b4f81b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마무리" id="{7c8627b0-760d-651a-0980-6f1c96bdb043}">
          <p14:sldIdLst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실습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실습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슬라이드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동명대학교 게임그래픽학과 · 게임엔진기초 8주차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오늘부터 시작.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514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에셋으로 한 달간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만들어 보는 게임 프로젝트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931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DBE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함께 기획하고 키 비주얼을 만든 뒤, 새 프로젝트에서 에셋을 입힌 플레이어를 움직입니다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버전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6.3 LTS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영문 버전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박정원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시작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오늘 나오는 말 — 먼저 정리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모르는 말이 나오면 이 쪽으로 돌아오세요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439912"/>
              </a:tblGrid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말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뜻 (쉽게)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게임에 쓰는 재료 파일 — 3D 모델 · 그림 · 소리 · 이펙트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 (FBX)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3D 모양이 담긴 파일. FBX는 그중 가장 흔한 형식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머티리얼 · 텍스처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머티리얼 = 표면의 색 · 질감 설정 / 텍스처 = 표면에 입히는 그림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프리팹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다시 쓰려고 저장해 둔 오브젝트 '틀'. 에셋 대부분이 프리팹으로 들어 있음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우리 프로젝트가 화면을 그리는 방식. 에셋도 이 방식에 맞아야 제대로 보임 (안 맞으면 분홍색)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로우 폴리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면이 적은 단순한 3D 스타일. 가볍고, 서로 섞어도 잘 어울림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 비주얼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게임 분위기를 보여 주는 대표 그림 한 장 (포스터 같은 것)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프롬프트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AI에게 보내는 질문 · 지시 글. 자세할수록 원하는 답이 나옴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 · 28분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함께 기획하기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아이디어는 AI와 함께 넓히고, 결정은 내가 합니다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넓히기 — AI에게 아이디어 5개 받기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고르고 줄이기 — 내가 고르고, AI와 크기를 줄이기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쓰고 검토받기 — 1페이지 기획 → AI에게 비평 받기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먼저 알아 둘 것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단순한 게임일수록 더 예쁘게 만들 수 있다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시간은 정해져 있습니다. 규칙에 쓰지 않은 시간이 '꾸미는 시간'이 됩니다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6주를 쓰는 방법 (예시)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377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기획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980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개 · 적 여러 종류 · 스테이지 여러 개 → 회색 화면으로 시연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337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기획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39410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동작 하나 · 오브젝트 몇 종류 → 남은 4주로 에셋 · 조명 · 타이틀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남는다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규칙이 일찍 끝나야 꾸밀 시간이 생깁니다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8056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스타일을 맞추기 쉽다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등장하는 물체 종류가 적을수록 어울리는 에셋을 찾기 쉽습니다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04672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960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버그가 적다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기능이 적을수록 시연 날 멈출 일이 줄어듭니다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368296" y="5696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하나 + 예쁜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+ 회색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보다 훨씬 좋은 게임으로 보입니다. 기획은 줄이고, 꾸미기에 시간을 쓰세요.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먼저 알아 둘 것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실제 사례로 보기 — 작고 단순한 게임의 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잘 알려진 게임들도 '단순한 규칙 + 공들인 화면'으로 사랑받았습니다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47872" cy="3886200"/>
          </a:xfrm>
          <a:prstGeom prst="roundRect">
            <a:avLst>
              <a:gd name="adj" fmla="val 309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3547872" cy="91440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조작 + 아름다운 화면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58952" y="248983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423160"/>
            <a:ext cx="2980944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Alto's Adventure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(2015) — 탭하면 점프, 공중에서 누르고 있으면 묘기. 조작은 사실상 하나. 리뷰에서 가장 많이 칭찬받은 것은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그림과 분위기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58952" y="342963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50976" y="3362960"/>
            <a:ext cx="2980944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Monument Valley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(2014) — 1~3시간이면 끝나는 짧은 퍼즐 게임. 아름다운 그림으로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 Apple Design Award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97680" y="1737360"/>
            <a:ext cx="3547872" cy="3886200"/>
          </a:xfrm>
          <a:prstGeom prst="roundRect">
            <a:avLst>
              <a:gd name="adj" fmla="val 3093"/>
            </a:avLst>
          </a:prstGeom>
          <a:solidFill>
            <a:srgbClr val="F3F5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0" y="1737360"/>
            <a:ext cx="3547872" cy="91440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8056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계획은 늘 늘어난다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4507992" y="248983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0016" y="2423160"/>
            <a:ext cx="298094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Crossy Road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(2014) — 길을 건너며 차를 피하는 단순한 게임. 처음 계획은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였지만 실제로는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 넘게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걸림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07992" y="322008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00016" y="3153410"/>
            <a:ext cx="298094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전문 개발자도 일정이 두 배로 늘어납니다. 우리는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작게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잡아야 합니다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46720" y="1737360"/>
            <a:ext cx="3547872" cy="3886200"/>
          </a:xfrm>
          <a:prstGeom prst="roundRect">
            <a:avLst>
              <a:gd name="adj" fmla="val 3093"/>
            </a:avLst>
          </a:prstGeom>
          <a:solidFill>
            <a:srgbClr val="F3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8046720" y="1737360"/>
            <a:ext cx="3547872" cy="91440"/>
          </a:xfrm>
          <a:prstGeom prst="rect">
            <a:avLst/>
          </a:prstGeom>
          <a:solidFill>
            <a:srgbClr val="D044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D0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꿈의 게임은 몇 년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8257032" y="2489835"/>
            <a:ext cx="73152" cy="73152"/>
          </a:xfrm>
          <a:prstGeom prst="rect">
            <a:avLst/>
          </a:prstGeom>
          <a:solidFill>
            <a:srgbClr val="D044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49056" y="2423160"/>
            <a:ext cx="298094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Stardew Valley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(2016) — 농장 · 마을 · 이야기가 가득한 게임. 개발자 한 명이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4년 반 넘게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혼자 만듦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57032" y="3220085"/>
            <a:ext cx="73152" cy="73152"/>
          </a:xfrm>
          <a:prstGeom prst="rect">
            <a:avLst/>
          </a:prstGeom>
          <a:solidFill>
            <a:srgbClr val="D0444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449056" y="3153410"/>
            <a:ext cx="2980944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만들고 싶은 큰 게임은 소중합니다. 다만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달짜리 과제의 크기는 아닙니다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7150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각 게임의 Wikipedia 문서 (개발 기간 · 수상 · 리뷰 내용)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598932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61173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76272" y="61828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368296" y="61081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교훈: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규칙은 작게, 화면은 정성껏.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그리고 계획은 늘어나니 처음부터 더 작게.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먼저 알아 둘 것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만들고 싶은 큰 게임이 있다면?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버리지 말고, 그 게임에서 '가장 재미있는 한 순간'만 떼어 와서 만듭니다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657600"/>
                <a:gridCol w="459943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만들고 싶은 게임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가장 재미있는 한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달 기말 게임으로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오픈월드 RPG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몬스터를 피해 보물을 손에 넣는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 하나 · 몬스터 3마리를 피해 보물 하나 가져오기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레이싱 (트랙 여러 개)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코너를 빠르게 도는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트랙 하나 · 체크포인트 3개 · 기록 재기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슈팅 + 스킬 + 보스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몰려오는 적을 쓸어 내는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화면 · 다가오는 적을 쏘며 60초 버티기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농장 경영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 자란 작물을 거두는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밭 하나 · 60초 안에 작물 10개 수확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공포 게임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어둠 속에서 뭔가 쫓아오는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어두운 미로 · 손전등 · 출구까지 도망치기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3141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2395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게임은 큰 게임의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'맛보기 버전'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입니다. 예쁘게 완성해 두면, 방학 때 여기서부터 키워 나갈 수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먼저 알아 둘 것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한 달 게임의 한 문장 공식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이 문장 하나로 설명되면 알맞은 크기입니다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DF0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[누가]  [무엇을 피하거나 · 모으거나 · 맞히며]  [몇 초 안에]  [목표]를 이룬다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11091672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1737360"/>
                <a:gridCol w="331927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문장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규칙 하나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로봇이 코인을 모으며 60초 안에 20개를 채운다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WASD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코인에 닿으면 +1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고양이가 떨어지는 화분을 피하며 60초를 버틴다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← →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화분에 닿으면 실패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사냥꾼이 나타나는 과녁을 맞히며 30초 동안 점수를 낸다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마우스 클릭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과녁 클릭하면 +10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탐험가가 열쇠를 찾아 90초 안에 문을 연다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WASD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열쇠를 들고 문에 닿으면 성공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크레인이 블록을 떨어뜨려 10층을 쌓는다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Space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블록이 떨어지면 실패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7240" y="58430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176272" y="59085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368296" y="58338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예시를 그대로 골라도 됩니다.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규칙이어도 에셋 · 색 · 타이틀이 다르면 전혀 다른 게임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먼저 알아 둘 것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기본 코스와 도전 코스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모두 기본 코스부터. 기본이 다 끝난 사람만 도전 코스를 하나씩 더합니다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486400" cy="3749040"/>
          </a:xfrm>
          <a:prstGeom prst="roundRect">
            <a:avLst>
              <a:gd name="adj" fmla="val 2927"/>
            </a:avLst>
          </a:prstGeom>
          <a:solidFill>
            <a:srgbClr val="FDF0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코스 — 모두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04672" y="236334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조작 1~2개 · 목표 1개 · 실패 조건 1개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4672" y="268262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605278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3개 (타이틀 · HUD · 결과)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4672" y="300189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2924556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에셋으로 꾸민 맵 · 캐릭터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04672" y="332117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243834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 · 색을 키 비주얼에 맞추기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04672" y="36404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6696" y="3563112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이미지로 꾸민 타이틀 화면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4672" y="395973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6696" y="3882390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· 이펙트 · Windows 빌드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도전 코스 — 기본이 끝난 사람만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01384" y="2363343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93408" y="2286000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갈수록 어려워지기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501384" y="2682621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93408" y="2605278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움직이는 적 · 장애물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501384" y="3001899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93408" y="2924556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최고 점수 기록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501384" y="3321177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93408" y="3243834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흔들림 · 등장 연출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501384" y="364045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693408" y="3563112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 꾸미기 더하기 (구름 · 나무 · 파티클)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7240" y="57972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176272" y="58628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368296" y="57881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코스를 예쁘게 끝내는 것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도전 코스는 꾸미기를 다 끝낸 뒤에 시간이 남을 때만.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AI 기획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기획의 네 단계 — AI는 매 단계의 짝꿍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AI가 대신 정해 주는 것이 아니라, 생각을 빨리 넓히고 다듬게 도와줍니다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7" name="Shape 5"/>
          <p:cNvSpPr/>
          <p:nvPr/>
        </p:nvSpPr>
        <p:spPr>
          <a:xfrm>
            <a:off x="810158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넓히기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조건을 주고 아이디어를 여러 개 받는다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63824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74136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DF0E4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75304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3635654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75304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575304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고르기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3575304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하고 싶은 것 하나를 고른다 (AI가 고르지 않음)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89320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9" name="Shape 17"/>
          <p:cNvSpPr/>
          <p:nvPr/>
        </p:nvSpPr>
        <p:spPr>
          <a:xfrm>
            <a:off x="6199632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21" name="Shape 19"/>
          <p:cNvSpPr/>
          <p:nvPr/>
        </p:nvSpPr>
        <p:spPr>
          <a:xfrm>
            <a:off x="6461150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줄이기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 안에 끝나도록 AI와 함께 기능을 덜어낸다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814816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26" name="Shape 24"/>
          <p:cNvSpPr/>
          <p:nvPr/>
        </p:nvSpPr>
        <p:spPr>
          <a:xfrm>
            <a:off x="9025128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7" name="Shape 25"/>
          <p:cNvSpPr/>
          <p:nvPr/>
        </p:nvSpPr>
        <p:spPr>
          <a:xfrm>
            <a:off x="9226296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28" name="Shape 26"/>
          <p:cNvSpPr/>
          <p:nvPr/>
        </p:nvSpPr>
        <p:spPr>
          <a:xfrm>
            <a:off x="9286646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226296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검토받기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9226296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완성한 기획서를 AI에게 비평받고 내가 고친다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49834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111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1770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1023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B(고르기)만은 꼭 내가.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내가 하고 싶은 게임이어야 6주를 버팁니다. 나머지는 AI와 같이 빨리 갑니다.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A 넓히기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아이디어 5개 받기 — 질문 양식 ①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조건을 정확히 줄수록 '만들 수 있는' 아이디어가 나옵니다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나는 유니티를 처음 배우는 대학생이야. 기말 과제 게임 아이디어를 줘.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[조건] Unity 6.3 · 3D · 혼자 6주 · 한 판 3분 이내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조작 키 5개 이하 · 씬 1개 · 무료 에셋(로우 폴리)으로 만들 수 있을 것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[중요] 규칙은 최대한 단순하게 — 핵심 동작은 1개 (예: 피하기, 모으기)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[내 취향] (예: 귀여운 분위기, 수집, 피하기 … 자유롭게)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[요청] 아이디어 5개를 표로: 게임 이름 / 한 줄 소개 / 조작 /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성공 · 실패 조건 / 필요한 에셋 / 초보가 막히기 쉬운 부분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 ① 넓히기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42062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42523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224528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ChatGPT · Gemini · Claude 중 하나를 열고 위 양식을 붙여넣기 · [내 취향]만 내 말로 바꾸기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7000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74610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700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718304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마음에 드는 게 없으면 "다른 5개 더" · "○번이랑 ○번을 섞어 줘"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1937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52398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212080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하나를 내가 고른다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왜 골랐는지 한 줄 메모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C 줄이기 · D 검토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줄이고, 쓰고, 비평받기 — 질문 양식 ② ③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AI는 '줄이기'와 '약점 찾기'를 특히 잘합니다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1554480"/>
          </a:xfrm>
          <a:prstGeom prst="roundRect">
            <a:avLst>
              <a:gd name="adj" fmla="val 4706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내가 고른 아이디어: (고른 줄 붙여넣기)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초보 혼자 6주 안에 끝내야 해. 꼭 필요한 기능 3개만 남기고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나머지는 '시간 나면 할 것'으로 빼 줘. 그리고 아래 1페이지 양식을 채워 줘.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(1페이지 양식 항목 붙여넣기)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 ② 줄이기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3511296"/>
            <a:ext cx="107259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 이건 내 기획서야. (붙여넣기)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초보가 6주 안에 막힐 가능성이 큰 부분 3개와, 그걸 단순하게 바꾸는 방법을 알려 줘.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345643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 ③ 비평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4526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726" y="4572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544568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채운 양식을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파일에 옮기면서 내 말로 고친다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(복사 · 붙여넣기 그대로 X)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001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726" y="504785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020056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③의 지적 중 받아들일 것만 반영 → 다음 쪽 크기 점검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기획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1페이지 기획 양식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템플릿 파일에 같은 양식이 있습니다. 오늘 수업 안에 칸을 모두 채웁니다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523951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쓰는 법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 (수집 게임)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게임 이름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영어로 (UI 글자에 그대로 씀)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COIN RUSH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줄 소개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누가 · 무엇을 · 어떻게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로봇이 60초 안에 코인 20개를 모은다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 · 마우스 몇 개만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WASD 이동 · Space 점프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성공 · 실패 · 점수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숫자로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20개 모으면 성공 · 60초 지나면 실패 · 코인 +10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화면 3개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타이틀 · HUD · 결과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COIN RUSH / SCORE · TIME / CLEAR! · RETRY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카메라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고정 또는 따라가기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위에서 비스듬히, 플레이어를 따라감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그래픽 스타일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키워드 3개 (실습 2에서 정함)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low poly · 파스텔 · 밝은 낮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필요한 에셋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플레이어 · 배경 · 대상 · 소리 · 이펙트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로봇 · 바닥 타일 · 코인 · 획득음 · 반짝이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603504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163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62285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61539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게임 이름 · 숫자는 양식 설명용입니다. 내 게임에 맞게 정하세요.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기획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크기 점검 — 6주 안에 혼자 끝낼 수 있나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하나라도 '아니오'면 AI에게 "이 조건에 맞게 줄여 줘"라고 다시 요청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914400"/>
                <a:gridCol w="469087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질문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아니오라면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규칙을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문장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으로 말할 수 있다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규칙 하나만 남기고 지운다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판이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3분 이내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 끝난다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목표 수 · 시간을 줄인다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 키가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5개 이하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조작을 합친다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씬(Scene)이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1개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 (스테이지 여러 개 X)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스테이지는 기말 뒤에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새로 배워야 할 기능이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1개 이하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나머지는 아는 방법으로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필요한 에셋을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무료로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구할 수 있다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비슷한 무료 에셋이 있는 쪽으로 바꾼다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E5F4E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50468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04672" y="593979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96696" y="587044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양식의 모든 칸이 채워졌다 · 크기 점검이 모두 '예' · 고른 이유 한 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 · 15분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키 비주얼 만들기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완성된 게임의 '한 장면'을 먼저 그려 보면 스타일이 정해집니다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생성 AI로 타이틀 배경 후보 만들기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키워드 3개 정하기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이미지가 12주차 타이틀 화면의 배경이 됩니다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2 · 키 비주얼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이미지 질문 양식 — 글자는 빼고 그림만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Copilot 등 이미지를 만들 수 있는 AI면 됩니다 (무료 사용량은 서비스마다 다름)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057400"/>
          </a:xfrm>
          <a:prstGeom prst="roundRect">
            <a:avLst>
              <a:gd name="adj" fmla="val 3556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3D 게임의 타이틀 화면 배경 그림을 만들어 줘.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[게임] (한 줄 소개. 예: 떠 있는 작은 섬에서 로봇이 코인을 모으는 게임)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[스타일] low poly 3D · 파스텔 색 · 밝은 낮 (← 내 스타일 키워드)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[구도] 16:9 가로 · 가운데 위쪽에 게임 이름을 넣을 빈 공간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[금지] 글자 · 알파벳 · 로고는 넣지 말 것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질문 양식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9780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95020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2~3번 다시 만들어 보고 가장 마음에 드는 1장을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PNG로 저장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181348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이름: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5440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45901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544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45623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그림에서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키워드 3개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뽑아 기획서에 적기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793488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low poly · 파스텔 · 밝은 낮 — 이 단어로 실습 4에서 에셋을 검색합니다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89520" y="3931920"/>
            <a:ext cx="4050792" cy="2103120"/>
          </a:xfrm>
          <a:prstGeom prst="roundRect">
            <a:avLst>
              <a:gd name="adj" fmla="val 5217"/>
            </a:avLst>
          </a:prstGeom>
          <a:solidFill>
            <a:srgbClr val="F3F5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이것만은 피하기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37576" y="4508754"/>
            <a:ext cx="337413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유명 게임 · 캐릭터 · 로고를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흉내 내라고 요청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45552" y="509016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37576" y="5020818"/>
            <a:ext cx="337413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글자가 들어간 그림 (글자는 Unity에서 넣음)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45552" y="560222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5532882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만들었는지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 안 하기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2 · 키 비주얼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키 비주얼이 하는 일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한 장의 그림이 6주 동안 '방향'이 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검색어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키워드로 Asset Store · Kenney를 검색 → 서로 어울리는 에셋을 고르기 쉬움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875520" y="207568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875520" y="207568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실습 4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0632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 · 조명 기준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0632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하늘색 · 빛 방향 · 분위기를 이 그림에 맞춰 조명과 포스트 프로세싱을 설정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875520" y="326440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875520" y="326440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2519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타이틀 화면 배경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2519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Canvas의 Image로 깔고 그 위에 게임 이름 · START 버튼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875520" y="445312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875520" y="44531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E5F4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55040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4672" y="598551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6696" y="591616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저장 · 스타일 키워드 3개 · AI 사용 기록 1줄 (어떤 도구 · 어떻게 물었나)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3 · 10분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프로젝트 만들기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프로젝트는 그대로 두고, 완전히 새로 만듭니다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 → Universal 3D → Final_학번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폴더 _Project 만들기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에디터에 Unity 계정 로그인 확인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3 · 새 프로젝트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새 프로젝트 · 폴더 · 씬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6주차 따라하기 STEP 1과 같은 순서입니다. 이름만 다릅니다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New 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Editor Version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6000.3.x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확인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Universal 3D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Project name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Final_학번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(예: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Final_20251234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Create project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027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30737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02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04596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 창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우클릭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Create &gt; Folder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580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60411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5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7632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안에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Audio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2031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2492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203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22148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SampleScene을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옮기고 이름을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→ 열기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Ctrl + 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657600"/>
          </a:xfrm>
          <a:prstGeom prst="roundRect">
            <a:avLst>
              <a:gd name="adj" fmla="val 2000"/>
            </a:avLst>
          </a:prstGeom>
          <a:solidFill>
            <a:srgbClr val="1F26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55280" y="182880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973568" y="2148840"/>
            <a:ext cx="34655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_Project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내가 만든 것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Audio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Materials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Models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Prefabs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Scenes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 Scripts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(가져온 에셋)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자동으로 생김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Settings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368296" y="5696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가져온 에셋 폴더는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 바로 아래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그대로 둡니다.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안으로 옮기지 않아요 (업데이트 때 꼬임).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3 · 새 프로젝트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에디터에 Unity 계정 로그인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Asset Store에서 받은 에셋은 '같은 계정'으로 로그인해야 에디터에 보입니다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왼쪽 위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계정 버튼(사람 아이콘 또는 이니셜)을 클릭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03504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로그인이 안 되어 있으면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 in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브라우저에서 Unity 계정으로 로그인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9458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919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458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64180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Hub에 로그인한 계정과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계정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인지 확인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406640" y="1737360"/>
            <a:ext cx="4233672" cy="3108960"/>
          </a:xfrm>
          <a:prstGeom prst="roundRect">
            <a:avLst>
              <a:gd name="adj" fmla="val 3529"/>
            </a:avLst>
          </a:prstGeom>
          <a:solidFill>
            <a:srgbClr val="F3F5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35240" y="1938528"/>
            <a:ext cx="37764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계정이 없다면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6267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54696" y="2330704"/>
            <a:ext cx="35570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id.unity.com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에서 무료로 만들 수 있습니다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62672" y="29315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54696" y="2859532"/>
            <a:ext cx="355701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 메일로 만들어도 됩니다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662672" y="32340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54696" y="3162046"/>
            <a:ext cx="35570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 · 에디터 · Asset Store 모두 같은 계정 하나로 씁니다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029200"/>
            <a:ext cx="658368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138928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04672" y="557403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96696" y="5504688"/>
            <a:ext cx="590702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 버튼에 내 이니셜이 보인다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4 · 20분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 Store에서 에셋 고르고 담기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웹에서 '내 에셋'에 담고 → 에디터에서 가져옵니다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필터 · URP 호환 확인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to My Assets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목록에 바로 기록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4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검색하고 무료만 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웹 브라우저에서 진행합니다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브라우저에서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assetstore.unity.com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오른쪽 위 로그인 (에디터와 같은 계정)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39903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4511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990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1731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검색창에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키워드 + 물건 이름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영어로: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 poly robot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pastel island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896108"/>
            <a:ext cx="6217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poly(로우 폴리) = 면이 적은 단순한 모델. 초보 프로젝트에 가볍고 잘 어울림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47345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351953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4734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91738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왼쪽 필터에서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가격(Pricing) → Free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만 선택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400380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404988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0038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022090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분류는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로 좁히기 (소리는 Audio, 이펙트는 VFX)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7589520" y="1737360"/>
            <a:ext cx="4050792" cy="3840480"/>
          </a:xfrm>
          <a:prstGeom prst="roundRect">
            <a:avLst>
              <a:gd name="adj" fmla="val 2857"/>
            </a:avLst>
          </a:prstGeom>
          <a:solidFill>
            <a:srgbClr val="F3F5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1938528"/>
            <a:ext cx="359359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이런 에셋은 고르지 않기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84555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2330704"/>
            <a:ext cx="337413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완성된 게임 템플릿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(Kit · Template · Complete Project)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845552" y="29315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37576" y="2859532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용량이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1GB 이상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 것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7845552" y="32340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37576" y="3162046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호환 표시가 없는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것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845552" y="35365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37576" y="3464560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업데이트가 아주 오래된 것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8887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9542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8795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 게임 템플릿만 피하면,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게임에 쓰는 재료는 무엇이든 OK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판단이 어려우면 담기 전에 물어보세요.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4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상품 페이지에서 확인할 것 → 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담기 전에 세 가지를 봅니다</a:t>
            </a:r>
            <a:endParaRPr lang="en-US" sz="15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확인할 곳 (페이지 아래쪽)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볼 것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Render pipeline compatibility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칸이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Compatible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인가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File size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수백 MB 이하인가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License agreement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Standard Unity Asset Store EULA 인가 (대부분 이것)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7" name="Shape 4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709928"/>
            <a:ext cx="331927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 가지가 괜찮으면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to My Assets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클릭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772400" y="232029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1" name="Shape 8"/>
          <p:cNvSpPr/>
          <p:nvPr/>
        </p:nvSpPr>
        <p:spPr>
          <a:xfrm>
            <a:off x="7818486" y="236637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0" y="23202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2338578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 동의 창이 나오면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Accept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772400" y="28506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2"/>
          <p:cNvSpPr/>
          <p:nvPr/>
        </p:nvSpPr>
        <p:spPr>
          <a:xfrm>
            <a:off x="7818486" y="28967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0" y="28506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868930"/>
            <a:ext cx="331927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이름 · 주소를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바로 적기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43484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FDF0E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4562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2176272" y="4628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368296" y="4553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버튼 이름은 페이지에 따라 조금 다를 수 있습니다. 무료 에셋은 결제 없이 '내 에셋(My Assets)'에 담깁니다.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76272" y="513588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368296" y="5061204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URP가 Not compatible인 에셋은 분홍색으로 깨질 수 있습니다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실습 5에서 변환 방법을 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5 · 15분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에디터로 가져오기 · 분홍색 고치기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 Manager → My Assets → Download → Import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 Manager에서 내 에셋 가져오기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분홍색이면 URP로 변환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 무료 모델 가져오기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5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Package Manager → My Assets → Import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Unity 6.3 메뉴 위치입니다. 예전 자료의 Window &gt; Package Manager와 같은 창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 &gt; Package Management &gt; Package Manager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왼쪽 목록에서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선택 → 방금 담은 에셋이 보임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17140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 보이면 계정 로그인 확인 · 창 위쪽 새로고침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87985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2593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79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9814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선택 → 오른쪽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끝날 때까지 대기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41020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5629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4102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28492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 #.# to 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클릭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9405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726" y="398664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9405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3958844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창: 처음엔 전체 선택 그대로 → 아래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589520" y="1737360"/>
            <a:ext cx="4050792" cy="3566160"/>
          </a:xfrm>
          <a:prstGeom prst="roundRect">
            <a:avLst>
              <a:gd name="adj" fmla="val 3077"/>
            </a:avLst>
          </a:prstGeom>
          <a:solidFill>
            <a:srgbClr val="2B2B2B"/>
          </a:solidFill>
          <a:ln/>
        </p:spPr>
      </p:sp>
      <p:sp>
        <p:nvSpPr>
          <p:cNvPr id="27" name="Shape 25"/>
          <p:cNvSpPr/>
          <p:nvPr/>
        </p:nvSpPr>
        <p:spPr>
          <a:xfrm>
            <a:off x="7589520" y="1737360"/>
            <a:ext cx="4050792" cy="36576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26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DDDD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 Manager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 Project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26680" y="2587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Registry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35240" y="2916936"/>
            <a:ext cx="1554480" cy="310896"/>
          </a:xfrm>
          <a:prstGeom prst="rect">
            <a:avLst/>
          </a:prstGeom>
          <a:solidFill>
            <a:srgbClr val="2C5D8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26680" y="29352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26680" y="32826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Built-in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726680" y="3630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Services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81160" y="2148840"/>
            <a:ext cx="18288" cy="3063240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18320" y="2240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(내 에셋 이름)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418320" y="265176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18320" y="2651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418320" y="3108960"/>
            <a:ext cx="210312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18320" y="31089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 1.0 to project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394960"/>
            <a:ext cx="4050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그림은 배치 설명용 단순화입니다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5349240"/>
            <a:ext cx="676656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77240" y="545896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04672" y="58940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96696" y="5824728"/>
            <a:ext cx="608990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 창 Assets 아래에 에셋 폴더가 새로 생겼다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5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가져온 에셋 확인하기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폴더 구조는 에셋마다 다릅니다. 모델 · 프리팹부터 찾습니다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폴더를 열고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(또는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폴더를 찾는다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39903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4511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990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17318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Demo 씬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있으면 더블클릭해서 열어 본다 → 어떻게 보이는지 확인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292938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7546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293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47670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다시 내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씬으로 돌아온다 (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_Project/Scenes/Play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345973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50582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45973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478022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쓸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프리팹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Scene 뷰로 끌어다 놓는다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7589520" y="1737360"/>
            <a:ext cx="4050792" cy="2011680"/>
          </a:xfrm>
          <a:prstGeom prst="roundRect">
            <a:avLst>
              <a:gd name="adj" fmla="val 5455"/>
            </a:avLst>
          </a:prstGeom>
          <a:solidFill>
            <a:srgbClr val="FCEAE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18120" y="1737360"/>
            <a:ext cx="3593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에셋을 가져온 뒤 Console에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빨간 에러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생기면: 그 에셋의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Scripts · Demo 폴더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원인인 경우가 많습니다 → 맨 뒤 '막혔을 때' 표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589520" y="3931920"/>
            <a:ext cx="4050792" cy="1737360"/>
          </a:xfrm>
          <a:prstGeom prst="roundRect">
            <a:avLst>
              <a:gd name="adj" fmla="val 6316"/>
            </a:avLst>
          </a:prstGeom>
          <a:solidFill>
            <a:srgbClr val="F3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데모 씬은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37576" y="450875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보기만 하고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고치지 않습니다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845552" y="4872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37576" y="4802886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게임은 항상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씬에서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5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분홍색으로 보이면 — URP로 변환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Built-in용 재질이라서 URP에서 셰이더를 못 찾은 것입니다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 A — 전체 변환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8" name="Shape 6"/>
          <p:cNvSpPr/>
          <p:nvPr/>
        </p:nvSpPr>
        <p:spPr>
          <a:xfrm>
            <a:off x="823326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 &gt; Rendering &gt; Render Pipeline Converter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2" name="Shape 10"/>
          <p:cNvSpPr/>
          <p:nvPr/>
        </p:nvSpPr>
        <p:spPr>
          <a:xfrm>
            <a:off x="823326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715768"/>
            <a:ext cx="44805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위쪽 드롭다운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Built-in to URP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Material Upgrade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체크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321995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6" name="Shape 14"/>
          <p:cNvSpPr/>
          <p:nvPr/>
        </p:nvSpPr>
        <p:spPr>
          <a:xfrm>
            <a:off x="823326" y="326604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32199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238246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Initialize and Convert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클릭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 B — 고른 재질만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73952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2" name="Shape 20"/>
          <p:cNvSpPr/>
          <p:nvPr/>
        </p:nvSpPr>
        <p:spPr>
          <a:xfrm>
            <a:off x="6520038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7395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22592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 창에서 분홍색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재질(Material)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들을 선택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73952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6" name="Shape 24"/>
          <p:cNvSpPr/>
          <p:nvPr/>
        </p:nvSpPr>
        <p:spPr>
          <a:xfrm>
            <a:off x="6520038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73952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22592" y="2715768"/>
            <a:ext cx="44805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Edit &gt; Rendering &gt; Materials &gt; Convert Selected Built-in Materials to URP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397764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FCEAE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3977640"/>
            <a:ext cx="6309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변환해도 분홍색이면: 그 에셋이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자기만의 셰이더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쓰는 것 → 자동 변환이 안 됩니다.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에셋으로 바꾸는 것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가장 빠릅니다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589520" y="3977640"/>
            <a:ext cx="4050792" cy="1234440"/>
          </a:xfrm>
          <a:prstGeom prst="roundRect">
            <a:avLst>
              <a:gd name="adj" fmla="val 8889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818120" y="417880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 전에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845552" y="462381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7576" y="455447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Ctrl + S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저장 · 프로젝트 백업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5686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5634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55955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실습 4에서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 Compatible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을 먼저 확인했습니다. 처음부터 URP 호환 에셋을 고르는 것이 제일 쉽습니다.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5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Kenney — 출처 표기 없이 쓸 수 있는 무료 모델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CC0(퍼블릭 도메인) 라이선스. 그래도 에셋 목록에는 적습니다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브라우저에서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kenney.nl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분류에서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3D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마음에 드는 키트(Kit) 선택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08885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기부 창이 나오면 기부는 선택입니다. 기부 없이 받는 방법이 함께 있습니다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633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094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633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8163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받은 zip을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압축 풀기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안의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FBX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형식 폴더 찾기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339369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3978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3936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1198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FBX 파일들을 Unity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_Project/Models/키트이름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폴더로 끌어 넣기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3634867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같이 있는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Textures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폴더(있다면)도 함께 넣기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9893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726" y="40354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98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400761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Scene 뷰로 끌어 놓아 확인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772400" y="1737360"/>
            <a:ext cx="3867912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모델이 하얗게 보이면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28432" y="240004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33070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텍스처가 연결되지 않은 것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269417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62483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 재질을 선택 →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Map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텍스처 이미지를 끌어다 놓기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028432" y="320624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0456" y="3136900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GLB · OBJ 말고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FBX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를 쓰는 것이 가장 간단합니다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6 · 10분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회색 플레이어에 모델 입히기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물리는 회색 오브젝트가, 겉모습은 모델이 맡습니다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Capsule 플레이어 만들기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자식으로 넣기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Capsule의 겉모습만 끄기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6 · 모델 입히기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겉모습만 바꾸는 가장 안전한 방법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모델에 직접 물리를 붙이면 크기 · 방향 때문에 자주 꼬입니다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00800" cy="1645920"/>
          </a:xfrm>
          <a:prstGeom prst="roundRect">
            <a:avLst>
              <a:gd name="adj" fmla="val 4444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Hierarchy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5998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Capsule · Rigidbody · Collider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(Mesh Renderer 끔)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Model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가져온 모델 (겉모습만)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661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6122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8444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GameObject &gt; 3D Object &gt; Capsule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이름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Position (0, 1, 0)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04164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08773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59936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Component &gt; Rigidbody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456322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535424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가져온 모델을 Hierarchy의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 위로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끌어 놓기 → 자식이 됨 → 이름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9926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726" y="50387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010912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Model의 Position을 (0, -1, 0) 근처로 → 발이 Capsule 바닥에 닿게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233797"/>
            <a:ext cx="10543032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Capsule은 높이가 2라서, 가운데에서 1만큼 내리면 바닥입니다. 크기가 다르면 Model의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Scale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 조절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53339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726" y="557947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55333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97280" y="555167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 선택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Mesh Renderer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왼쪽 체크 해제 → 회색 캡슐이 사라지고 모델만 보임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7223760" y="1737360"/>
            <a:ext cx="4416552" cy="16459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52360" y="1938528"/>
            <a:ext cx="395935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이렇게?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479792" y="23808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671816" y="231419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Collider · 물리는 그대로 → 조작이 안 바뀜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479792" y="266661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71816" y="259994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모델은 언제든 다른 것으로 교체 가능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7 · 25분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 묻고, 검증하고, 내 것으로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플레이어 이동 스크립트를 AI에게 받아서 내가 이해한 코드로 만듭니다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양식으로 묻기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다섯 가지 검증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줄마다 내 말로 주석 · AI 사용 기록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질문 양식 — 그대로 복사해서 쓰기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Claude 어느 것이든 됩니다. [환경] 줄이 가장 중요합니다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971800"/>
          </a:xfrm>
          <a:prstGeom prst="roundRect">
            <a:avLst>
              <a:gd name="adj" fmla="val 2462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[환경] Unity 6.3 LTS · URP · 영문 에디터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New Input System만 사용 (UnityEngine.Input 클래스 사용 금지)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[상황] 위에서 내려다보는 3D 게임. 플레이어는 Capsule + Rigidbody.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모델은 Player의 자식 오브젝트 Model.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[원하는 것] WASD · 방향키로 플레이어를 움직이는 C# 스크립트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[조건] 초보자용. 클래스 이름 PlayerMove. 줄마다 한국어 주석.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Rigidbody는 linearVelocity 사용. 움직이는 방향으로 Model이 바라보게.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[설명] 코드 아래에 Unity에서 붙이고 설정하는 순서를 단계별로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0060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왜 필요한가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[환경]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AI는 옛 버전 코드를 자주 줍니다. 버전 · 입력 방식을 못 박아야 합니다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[상황]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AI는 내 씬을 볼 수 없습니다. 오브젝트 구성을 글로 알려 줍니다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[조건]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이름 · 주석 · 난이도를 정하면 그대로 쓰기 쉬워집니다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받은 코드 검증 — 다섯 가지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하나라도 걸리면 붙이기 전에 AI에게 다시 요청합니다</a:t>
            </a:r>
            <a:endParaRPr lang="en-US" sz="15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120640"/>
                <a:gridCol w="5422392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#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확인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걸리면 이렇게 다시 묻기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Input.GetKey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Input.GetAxis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가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없다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"Input 클래스 말고 Keyboard.current로 바꿔 줘"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Rigidbody 속도는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linearVelocity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다 (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아님)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"Unity 6 이름(linearVelocity)으로 바꿔 줘"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public class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뒤의 이름 =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파일 이름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파일 이름을 클래스 이름과 같게 만든다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모르는 줄이 없다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"○번째 줄이 무슨 뜻인지 초보자에게 설명해 줘"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붙이고 ▶ Play → Console에 빨간 에러가 없다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에러 전체 문장을 복사해서 질문 (다음 쪽)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4번이 가장 중요합니다.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모르는 줄은 AI에게 물어서 이해한 뒤 넣습니다. 이해하고 쓴 코드는 내 실력입니다.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Unity에 붙이기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파일 이름이 클래스 이름과 다르면 붙지 않습니다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우클릭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Create &gt; Scripting &gt; MonoBehaviour Script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PlayerMove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로 (대소문자까지 같게) → Enter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91287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5895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12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3116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더블클릭해서 열기 → 안의 내용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전부 지우고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받은 코드 붙여넣기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Ctrl + 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580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60411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5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76320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Unity로 돌아와 PlayerMove를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끌어다 놓기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08838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13447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088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106672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Inspector의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자식 Model을 끌어다 놓기 → ▶ Play → WASD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2743200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에러가 났을 때 묻는 법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02843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30704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Console의 빨간 줄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문장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복사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28432" y="270522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33218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스크립트 전체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붙여넣기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8028432" y="30077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935732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했더니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났는지 한 줄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772400" y="4663440"/>
            <a:ext cx="3867912" cy="1097280"/>
          </a:xfrm>
          <a:prstGeom prst="roundRect">
            <a:avLst>
              <a:gd name="adj" fmla="val 10000"/>
            </a:avLst>
          </a:prstGeom>
          <a:solidFill>
            <a:srgbClr val="E5F4E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01000" y="47731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028432" y="52082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20456" y="5138928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WASD로 움직이고, 모델이 가는 방향을 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비교용 예시 답 — PlayerMove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답이 이것과 똑같을 필요는 없습니다. 다섯 가지 검증을 통과하면 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UnityEngine.InputSystem;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플레이어 이동 (WASD · 방향키) — 위에서 내려다보는 3D 게임용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붙일 곳: 플레이어 (Rigidbody + Collider 필요)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[RequireComponent(typeof(Rigidbody))]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PlayerMove : MonoBehaviour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초당 이동 속도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float speed = 5f;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이동 방향을 바라볼 모델 (자식 오브젝트, 비워도 됨)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Transform model;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Rigidbody rb;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Vector3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Start()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 = GetComponent&lt;Rigidbody&gt;();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부딪혀도 넘어지지 않게 회전을 막는다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rb.constraints = RigidbodyConstraints.FreezeRotation;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8503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PlayerMove.cs  1/2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2648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Keyboard kb = Keyboard.current;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 == null) return;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 h = 0f, v = 0f;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(kb.aKey.isPressed || kb.leftArrowKey.isPressed) h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(kb.dKey.isPressed || kb.rightArrowKey.isPressed) h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(kb.wKey.isPressed || kb.upArrowKey.isPressed) v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(kb.sKey.isPressed || kb.downArrowKey.isPressed) v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= new Vector3(h, 0f, v).normalized;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움직이는 방향으로 모델을 돌린다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(model != null &amp;&amp; input != Vector3.zero) model.forward =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FixedUpdate()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   // 떨어지는 속도는 그대로 둔다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PlayerMove.cs  2/2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내 것으로 만들기 — 주석 다시 쓰기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AI가 단 주석을 지우고, 내 말로 다시 씁니다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766560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400800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FixedUpdate()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내 설명: 누른 방향 × 속도 = 이번에 움직일 속도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내 설명: 위아래(Y) 속도는 원래 값을 둬야 점프 · 낙하가 안 끊긴다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58952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8" name="Shape 6"/>
          <p:cNvSpPr/>
          <p:nvPr/>
        </p:nvSpPr>
        <p:spPr>
          <a:xfrm>
            <a:off x="763560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709928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줄마다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무슨 일을 하는지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 말로 한 줄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8952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7635606" y="22680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5895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2240280"/>
            <a:ext cx="350215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설명이 안 되는 줄 → AI에게 질문 → 이해한 뒤 주석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89520" y="28506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7635606" y="28967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89520" y="28506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2868930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숫자(speed 등)를 바꿔 보고 결과 확인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334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176272" y="4399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68296" y="4325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 때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스크립트 한 부분을 직접 설명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오늘부터 이렇게 연습해 두세요.</a:t>
            </a:r>
            <a:endParaRPr lang="en-US" sz="14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 사용 기록 (한 줄 예)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물은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PlayerMove 이동 스크립트 (질문 양식 사용)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받은 것 → 내가 바꾼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velocity를 linearVelocity로 다시 요청 · speed 5→7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선택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(선택) 카메라가 플레이어 따라가기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이번엔 질문 양식을 내가 채워서 물어봅니다. 아래는 비교용 예시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949440" cy="4434840"/>
          </a:xfrm>
          <a:prstGeom prst="roundRect">
            <a:avLst>
              <a:gd name="adj" fmla="val 1649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583680" cy="417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카메라가 플레이어를 일정한 거리에서 따라간다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붙일 곳: Main Camera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CameraFollow : MonoBehaviour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따라갈 대상 (플레이어)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Transform target;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대상에서 카메라까지의 거리 (위로 10, 뒤로 8)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Vector3 offset = new Vector3(0f, 10f, -8f);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따라가는 부드러움 (클수록 빨리 붙는다)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smooth = 5f;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LateUpdate()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(target == null) return;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Vector3 goal = target.position + offset;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float k = smooth * Time.deltaTime;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transform.position = Vector3.Lerp(transform.position, goal, k);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transform.LookAt(target);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CameraFollow.cs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170992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[원하는 것] 칸만 바꿔서 질문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1924558"/>
            <a:ext cx="331927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카메라가 플레이어를 위 · 뒤에서 부드럽게 따라가는 스크립트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0" y="245237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7818486" y="249845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0" y="245237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470658"/>
            <a:ext cx="33192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다섯 가지 검증 → Main Camera에 붙이기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306451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486" y="311059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0" y="30645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082798"/>
            <a:ext cx="33192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Player 끌어다 놓기 → ▶ Play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367665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818486" y="372273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0" y="36766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369493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Offset 숫자를 바꿔 보기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선택 · 미리 보기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(선택) 키 비주얼을 타이틀 배경으로 깔아 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12주차에 제대로 다룹니다. 시간이 남으면 미리 해 봐도 좋습니다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_Project/Textures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폴더로 끌어 넣기 (폴더가 없으면 만들기)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36601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1209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660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384298"/>
            <a:ext cx="64008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선택 → Inspector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Texture Type = Sprite (2D and UI)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Apply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9946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30407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946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0129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GameObject &gt; UI (Canvas) &gt; Image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이름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TitleBG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5250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5710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250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433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 Image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키 비주얼 끌어다 놓기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1014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055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073652"/>
            <a:ext cx="64008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Rect Transform 앵커 프리셋에서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Alt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누른 채 오른쪽 아래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stretch-stretch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화면을 꽉 채움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017520"/>
          </a:xfrm>
          <a:prstGeom prst="roundRect">
            <a:avLst>
              <a:gd name="adj" fmla="val 3636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12주차에 더할 것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028432" y="238353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1419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 이름 글자 · 그림자 · 외곽선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28432" y="26776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0832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한글 · 중국어가 나오는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폰트 에셋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만들기 (□ 문제 해결)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318973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3120390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버튼 꾸미기 · 등장 연출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DF0E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7724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176272" y="53141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368296" y="52395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타이틀은 게임의 첫인상입니다. AI 이미지 + 에셋 + Unity UI를 조합하면 혼자서도 충분히 보기 좋은 화면을 만들 수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마무리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오늘 끝에 있어야 할 것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다 못 했으면 과제로 이어서 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8745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1783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1페이지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7830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양식의 모든 칸 · 크기 점검 '예'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6060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5146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514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KeyVisual_01.png · 스타일 키워드 3개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337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71600" y="3246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프로젝트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3246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Final_학번 · _Project 폴더 · Play 씬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777240" y="40690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71600" y="3977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1개 이상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39776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가져와서 Play 씬에 놓음 · 에셋 목록에 기록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48006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47091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움직이는 플레이어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120640" y="4709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입힌 Player가 WASD로 움직임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39496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55321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71600" y="5440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사용 기록 3줄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5440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· 이미지 · 코드 각 1줄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마무리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막혔을 때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위에서부터 확인하세요</a:t>
            </a:r>
            <a:endParaRPr lang="en-US" sz="15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702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증상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해결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Package Manager의 My Assets가 비어 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에디터 왼쪽 위 계정이 Asset Store와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같은 계정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인지 · 창 위쪽 새로고침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에셋이 분홍색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Window &gt; Rendering &gt; Render Pipeline Converter → Built-in to URP → Material Upgrade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가져온 뒤 빨간 에러 (에셋 폴더 안 스크립트)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에러가 가리키는 에셋의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Scripts · Demo 폴더 삭제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. 모델 · 텍스처 · 재질만 남겨도 충분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Play하면 InvalidOperationException … Input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어떤 스크립트가 옛 Input 클래스를 씀 → 그 스크립트를 Keyboard.current로 바꾸거나 삭제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스크립트가 오브젝트에 안 붙는다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파일 이름 = 클래스 이름인지 · Console에 빨간 에러가 없는지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플레이어가 넘어진다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Rigidbody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Constraints &gt; Freeze Rotation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X · Y · Z 체크 (예시 코드는 자동)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모델이 땅에 묻히거나 뜬다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자식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Model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의 Position Y만 조절 (Player는 그대로)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2026-11-01T18:51:19Z</dcterms:created>
  <dcterms:modified xsi:type="dcterms:W3CDTF">2026-11-01T18:51:19Z</dcterms:modified>
</cp:coreProperties>
</file>