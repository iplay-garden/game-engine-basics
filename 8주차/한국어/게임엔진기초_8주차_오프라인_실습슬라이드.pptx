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dab31df-954a-7b81-29fb-df77e558ada6}">
          <p14:sldIdLst>
            <p14:sldId id="256"/>
          </p14:sldIdLst>
        </p14:section>
        <p14:section name="실습 1" id="{118a22a8-6120-cd45-a2e5-49fdbb1d72a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실습 2" id="{8695fd80-b5ca-cf18-ba83-3885a8e99235}">
          <p14:sldIdLst>
            <p14:sldId id="263"/>
            <p14:sldId id="264"/>
            <p14:sldId id="265"/>
          </p14:sldIdLst>
        </p14:section>
        <p14:section name="실습 3" id="{960df49a-79da-ce1d-abf8-2d37032b4d41}">
          <p14:sldIdLst>
            <p14:sldId id="266"/>
            <p14:sldId id="267"/>
            <p14:sldId id="268"/>
          </p14:sldIdLst>
        </p14:section>
        <p14:section name="실습 4" id="{c3e5ee45-611d-ad15-d1b6-6489403e4fb1}">
          <p14:sldIdLst>
            <p14:sldId id="269"/>
            <p14:sldId id="270"/>
            <p14:sldId id="271"/>
          </p14:sldIdLst>
        </p14:section>
        <p14:section name="실습 5" id="{4ec3599c-6474-484f-7171-d8b634305eab}">
          <p14:sldIdLst>
            <p14:sldId id="272"/>
            <p14:sldId id="273"/>
            <p14:sldId id="274"/>
            <p14:sldId id="275"/>
            <p14:sldId id="276"/>
          </p14:sldIdLst>
        </p14:section>
        <p14:section name="실습 6" id="{7d8534ba-8401-9c24-0afc-90520adb0dd4}">
          <p14:sldIdLst>
            <p14:sldId id="277"/>
            <p14:sldId id="278"/>
          </p14:sldIdLst>
        </p14:section>
        <p14:section name="실습 7" id="{d04e55b2-bbe7-1a3c-83a6-29061ed7e649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마무리" id="{7cf0b170-e6b9-a840-0600-a5e0aeec9854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실습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실습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8주차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시작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기획 · 키 비주얼 · 에셋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함께 기획하고 키 비주얼을 만든 뒤, 새 프로젝트에서 에셋을 입힌 플레이어를 움직입니다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· 35분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함께 기획하기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아이디어는 AI와 함께 넓히고, 결정은 내가 합니다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넓히기 — AI에게 아이디어 5개 받기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고르고 줄이기 — 내가 고르고, AI와 크기를 줄이기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쓰고 검토받기 — 1페이지 기획 → AI에게 비평 받기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AI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기획의 네 단계 — AI는 매 단계의 짝꿍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대신 정해 주는 것이 아니라, 생각을 빨리 넓히고 다듬게 도와줍니다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7" name="Shape 5"/>
          <p:cNvSpPr/>
          <p:nvPr/>
        </p:nvSpPr>
        <p:spPr>
          <a:xfrm>
            <a:off x="810158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넓히기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조건을 주고 아이디어를 여러 개 받는다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63824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DF0E4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35654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7530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고르기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하고 싶은 것 하나를 고른다 (AI가 고르지 않음)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1150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줄이기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안에 끝나도록 AI와 함께 기능을 덜어낸다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14816" y="3017520"/>
            <a:ext cx="201168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5128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9226296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86646" y="202631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2629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검토받기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완성한 기획서를 AI에게 비평받고 내가 고친다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111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1770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1023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B(고르기)만은 꼭 내가.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내가 하고 싶은 게임이어야 6주를 버팁니다. 나머지는 AI와 같이 빨리 갑니다.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A 넓히기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아이디어 5개 받기 — 질문 양식 ①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조건을 정확히 줄수록 '만들 수 있는' 아이디어가 나옵니다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유니티를 처음 배우는 대학생이야. 기말 과제 게임 아이디어를 줘.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 Unity 6.3 · 3D · 혼자 6주 · 한 판 3분 이내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조작 키 5개 이하 · 씬 1개 · 무료 에셋(로우 폴리)으로 만들 수 있을 것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[내 취향] (예: 귀여운 분위기, 수집, 피하기 … 자유롭게)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[요청] 아이디어 5개를 표로: 게임 이름 / 한 줄 소개 / 조작 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성공 · 실패 조건 / 필요한 에셋 / 초보가 막히기 쉬운 부분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 ① 넓히기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42523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2452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· Gemini · Claude 중 하나를 열고 위 양식을 붙여넣기 · [내 취향]만 내 말로 바꾸기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74610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18304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마음에 드는 게 없으면 "다른 5개 더" · "○번이랑 ○번을 섞어 줘"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52398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12080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하나를 내가 고른다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왜 골랐는지 한 줄 메모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C 줄이기 · D 검토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줄이고, 쓰고, 비평받기 — 질문 양식 ② 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AI는 '줄이기'와 '약점 찾기'를 특히 잘합니다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내가 고른 아이디어: (고른 줄 붙여넣기)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초보 혼자 6주 안에 끝내야 해. 꼭 필요한 기능 3개만 남기고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나머지는 '시간 나면 할 것'으로 빼 줘. 그리고 아래 1페이지 양식을 채워 줘.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(1페이지 양식 항목 붙여넣기)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 ② 줄이기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511296"/>
            <a:ext cx="10725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이건 내 기획서야. (붙여넣기)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초보가 6주 안에 막힐 가능성이 큰 부분 3개와, 그걸 단순하게 바꾸는 방법을 알려 줘.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 ③ 비평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726" y="4572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54456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채운 양식을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파일에 옮기면서 내 말로 고친다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(복사 · 붙여넣기 그대로 X)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01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504785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20056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③의 지적 중 받아들일 것만 반영 → 다음 쪽 크기 점검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1페이지 기획 양식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템플릿 파일에 같은 양식이 있습니다. 오늘 수업 안에 칸을 모두 채웁니다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쓰는 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 (수집 게임)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이름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영어로 (UI 글자에 그대로 씀)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COIN RUSH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소개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누가 · 무엇을 · 어떻게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로봇이 60초 안에 코인 20개를 모은다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 · 마우스 몇 개만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WASD 이동 · Space 점프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 · 실패 · 점수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숫자로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20개 모으면 성공 · 60초 지나면 실패 · 코인 +10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3개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HUD · 결과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COIN RUSH / SCORE · TIME / CLEAR! · RETRY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 또는 따라가기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위에서 비스듬히, 플레이어를 따라감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그래픽 스타일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키워드 3개 (실습 2에서 정함)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low poly · 파스텔 · 밝은 낮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필요한 에셋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· 배경 · 대상 · 소리 · 이펙트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로봇 · 바닥 타일 · 코인 · 획득음 · 반짝이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03504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6163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2285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61539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게임 이름 · 숫자는 양식 설명용입니다. 내 게임에 맞게 정하세요.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1 · 기획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크기 점검 — 6주 안에 혼자 끝낼 수 있나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하나라도 '아니오'면 AI에게 "이 조건에 맞게 줄여 줘"라고 다시 요청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914400"/>
                <a:gridCol w="469087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아니오라면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규칙을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문장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으로 말할 수 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규칙 하나만 남기고 지운다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판이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3분 이내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 끝난다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 수 · 시간을 줄인다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 키가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이하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조작을 합친다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씬(Scene)이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 (스테이지 여러 개 X)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스테이지는 기말 뒤에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새로 배워야 할 기능이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 이하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나머지는 아는 방법으로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필요한 에셋을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무료로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구할 수 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비슷한 무료 에셋이 있는 쪽으로 바꾼다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5F4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5046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59397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6696" y="587044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칸이 채워졌다 · 크기 점검이 모두 '예' · 고른 이유 한 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 · 15분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키 비주얼 만들기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게임의 '한 장면'을 먼저 그려 보면 스타일이 정해집니다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생성 AI로 타이틀 배경 후보 만들기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키워드 3개 정하기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이미지가 12주차 타이틀 화면의 배경이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2 · 키 비주얼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이미지 질문 양식 — 글자는 빼고 그림만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Copilot 등 이미지를 만들 수 있는 AI면 됩니다 (무료 사용량은 서비스마다 다름)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057400"/>
          </a:xfrm>
          <a:prstGeom prst="roundRect">
            <a:avLst>
              <a:gd name="adj" fmla="val 3556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게임의 타이틀 화면 배경 그림을 만들어 줘.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[게임] (한 줄 소개. 예: 떠 있는 작은 섬에서 로봇이 코인을 모으는 게임)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[스타일] low poly 3D · 파스텔 색 · 밝은 낮 (← 내 스타일 키워드)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[구도] 16:9 가로 · 가운데 위쪽에 게임 이름을 넣을 빈 공간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[금지] 글자 · 알파벳 · 로고는 넣지 말 것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질문 양식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978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5020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2~3번 다시 만들어 보고 가장 마음에 드는 1장을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PNG로 저장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181348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44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4590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44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623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그림에서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키워드 3개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뽑아 기획서에 적기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93488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low poly · 파스텔 · 밝은 낮 — 이 단어로 실습 4에서 에셋을 검색합니다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3931920"/>
            <a:ext cx="4050792" cy="2103120"/>
          </a:xfrm>
          <a:prstGeom prst="roundRect">
            <a:avLst>
              <a:gd name="adj" fmla="val 5217"/>
            </a:avLst>
          </a:prstGeom>
          <a:solidFill>
            <a:srgbClr val="F3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이것만은 피하기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37576" y="4508754"/>
            <a:ext cx="337413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유명 게임 · 캐릭터 · 로고를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흉내 내라고 요청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45552" y="50901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37576" y="5020818"/>
            <a:ext cx="337413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글자가 들어간 그림 (글자는 Unity에서 넣음)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45552" y="560222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5532882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만들었는지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안 하기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2 · 키 비주얼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키 비주얼이 하는 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장의 그림이 6주 동안 '방향'이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검색어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키워드로 Asset Store · Kenney를 검색 → 서로 어울리는 에셋을 고르기 쉬움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207568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0" y="20756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실습 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 · 조명 기준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하늘색 · 빛 방향 · 분위기를 이 그림에 맞춰 조명과 포스트 프로세싱을 설정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0" y="326440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0" y="3264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화면 배경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Canvas의 Image로 깔고 그 위에 게임 이름 · START 버튼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0" y="4453128"/>
            <a:ext cx="1554480" cy="438912"/>
          </a:xfrm>
          <a:prstGeom prst="roundRect">
            <a:avLst>
              <a:gd name="adj" fmla="val 41667"/>
            </a:avLst>
          </a:prstGeom>
          <a:solidFill>
            <a:srgbClr val="FDF0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0" y="44531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5F4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55040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" y="598551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591616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저장 · 스타일 키워드 3개 · AI 사용 기록 1줄 (어떤 도구 · 어떻게 물었나)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 · 10분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 만들기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프로젝트는 그대로 두고, 완전히 새로 만듭니다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 → Universal 3D → Final_학번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폴더 _Project 만들기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에디터에 Unity 계정 로그인 확인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3 · 새 프로젝트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· 폴더 · 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따라하기 STEP 1과 같은 순서입니다. 이름만 다릅니다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Editor Version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Project name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Final_학번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03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2492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03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2148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옮기고 이름을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→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657600"/>
          </a:xfrm>
          <a:prstGeom prst="roundRect">
            <a:avLst>
              <a:gd name="adj" fmla="val 2000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18288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148840"/>
            <a:ext cx="34655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내가 만든 것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Scripts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(가져온 에셋)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자동으로 생김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Settings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6967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 에셋 폴더는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바로 아래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그대로 둡니다.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안으로 옮기지 않아요 (업데이트 때 꼬임).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3 · 새 프로젝트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에디터에 Unity 계정 로그인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Asset Store에서 받은 에셋은 '같은 계정'으로 로그인해야 에디터에 보입니다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위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계정 버튼(사람 아이콘 또는 이니셜)을 클릭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0350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로그인이 안 되어 있으면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 in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브라우저에서 Unity 계정으로 로그인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458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919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45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64180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Hub에 로그인한 계정과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계정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 확인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233672" cy="3108960"/>
          </a:xfrm>
          <a:prstGeom prst="roundRect">
            <a:avLst>
              <a:gd name="adj" fmla="val 3529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1938528"/>
            <a:ext cx="37764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계정이 없다면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62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2330704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id.unity.com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무료로 만들 수 있습니다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62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54696" y="2859532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메일로 만들어도 됩니다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62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54696" y="3162046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 · 에디터 · Asset Store 모두 같은 계정 하나로 씁니다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58368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389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5574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6696" y="5504688"/>
            <a:ext cx="59070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버튼에 내 이니셜이 보인다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4 · 20분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Store에서 에셋 고르고 담기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웹에서 '내 에셋'에 담고 → 에디터에서 가져옵니다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필터 · URP 호환 확인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목록에 바로 기록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검색하고 무료만 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웹 브라우저에서 진행합니다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로그인 (에디터와 같은 계정)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검색창에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키워드 + 물건 이름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영어로: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poly robot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pastel island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96108"/>
            <a:ext cx="6217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poly(로우 폴리) = 면이 적은 단순한 모델. 초보 프로젝트에 가볍고 잘 어울림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345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51953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73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9173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필터에서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가격(Pricing) → Free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선택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0038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40498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038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2209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좁히기 (소리는 Audio, 이펙트는 VFX)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4050792" cy="384048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193852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에셋은 고르지 않기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4555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2330704"/>
            <a:ext cx="33741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게임 템플릿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(Kit · Template · Complete Project)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4555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37576" y="2859532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용량이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1GB 이상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것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4555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37576" y="3162046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호환 표시가 없는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것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45552" y="35365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37576" y="3464560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업데이트가 아주 오래된 것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게임 템플릿만 피하면,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게임에 쓰는 재료는 무엇이든 OK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판단이 어려우면 담기 전에 물어보세요.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4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상품 페이지에서 확인할 것 → 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담기 전에 세 가지를 봅니다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확인할 곳 (페이지 아래쪽)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볼 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Render pipeline compatibility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칸이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Compatible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인가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size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수백 MB 이하인가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License agreement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Standard Unity Asset Store EULA 인가 (대부분 이것)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가지가 괜찮으면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23202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663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202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38578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동의 창이 나오면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868930"/>
            <a:ext cx="33192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이름 · 주소를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바로 적기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62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176272" y="4628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68296" y="45537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이름은 페이지에 따라 조금 다를 수 있습니다. 무료 에셋은 결제 없이 '내 에셋(My Assets)'에 담깁니다.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76272" y="51358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68296" y="506120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URP가 Not compatible인 에셋은 분홍색으로 깨질 수 있습니다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실습 5에서 변환 방법을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5 · 15분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에디터로 가져오기 · 분홍색 고치기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 → My Assets → Download → Import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Manager에서 내 에셋 가져오기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분홍색이면 URP로 변환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 무료 모델 가져오기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5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Package Manager → My Assets → Import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 메뉴 위치입니다. 예전 자료의 Window &gt; Package Manager와 같은 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 &gt; Package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방금 담은 에셋이 보임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17140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보이면 계정 로그인 확인 · 창 위쪽 새로고침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798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2593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79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9814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선택 → 오른쪽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끝날 때까지 대기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2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5629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10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28492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#.# to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405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98664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940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958844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창: 처음엔 전체 선택 그대로 →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050792" cy="356616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737360"/>
            <a:ext cx="4050792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Project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Registry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916936"/>
            <a:ext cx="1554480" cy="310896"/>
          </a:xfrm>
          <a:prstGeom prst="rect">
            <a:avLst/>
          </a:prstGeom>
          <a:solidFill>
            <a:srgbClr val="2C5D8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81160" y="2148840"/>
            <a:ext cx="18288" cy="3063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(내 에셋 이름)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2651760"/>
            <a:ext cx="114300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0" y="2651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18320" y="310896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31089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1.0 to project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3949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그림은 배치 설명용 단순화입니다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4589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" y="58940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6696" y="5824728"/>
            <a:ext cx="608990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 Assets 아래에 에셋 폴더가 새로 생겼다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5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가져온 에셋 확인하기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폴더 구조는 에셋마다 다릅니다. 모델 · 프리팹부터 찾습니다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폴더를 열고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(또는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폴더를 찾는다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씬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있으면 더블클릭해서 열어 본다 → 어떻게 보이는지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씬으로 돌아온다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_Project/Scenes/Play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쓸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Scene 뷰로 끌어다 놓는다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4050792" cy="2011680"/>
          </a:xfrm>
          <a:prstGeom prst="roundRect">
            <a:avLst>
              <a:gd name="adj" fmla="val 5455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18120" y="1737360"/>
            <a:ext cx="3593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에셋을 가져온 뒤 Console에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 에러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생기면: 그 에셋의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 · Demo 폴더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원인인 경우가 많습니다 → 맨 뒤 '막혔을 때' 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931920"/>
            <a:ext cx="4050792" cy="1737360"/>
          </a:xfrm>
          <a:prstGeom prst="roundRect">
            <a:avLst>
              <a:gd name="adj" fmla="val 631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데모 씬은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37576" y="450875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고치지 않습니다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45552" y="4872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37576" y="4802886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게임은 항상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씬에서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5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분홍색으로 보이면 — URP로 변환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Built-in용 재질이라서 URP에서 셰이더를 못 찾은 것입니다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 A — 전체 변환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8" name="Shape 6"/>
          <p:cNvSpPr/>
          <p:nvPr/>
        </p:nvSpPr>
        <p:spPr>
          <a:xfrm>
            <a:off x="823326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Rendering &gt; Render Pipeline Converter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326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드롭다운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 to URP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Upgrade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21995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326" y="326604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2199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38246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Initialize and Convert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 B — 고른 재질만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0038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창에서 분홍색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재질(Material)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들을 선택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0038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Rendering &gt; Materials &gt; Convert Selected Built-in Materials to URP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C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97764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변환해도 분홍색이면: 그 에셋이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자기만의 셰이더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쓰는 것 → 자동 변환이 안 됩니다.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에셋으로 바꾸는 것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빠릅니다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89520" y="397764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17880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전에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45552" y="462381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37576" y="455447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저장 · 프로젝트 백업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5595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실습 4에서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먼저 확인했습니다. 처음부터 URP 호환 에셋을 고르는 것이 제일 쉽습니다.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5 · 가져오기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Kenney — 출처 표기 없이 쓸 수 있는 무료 모델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CC0(퍼블릭 도메인) 라이선스. 그래도 에셋 목록에는 적습니다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kenney.nl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분류에서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마음에 드는 키트(Kit)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08885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기부 창이 나오면 기부는 선택입니다. 기부 없이 받는 방법이 함께 있습니다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633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094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63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8163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zip을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 풀기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안의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형식 폴더 찾기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 파일들을 Unity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_Project/Models/키트이름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폴더로 끌어 넣기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4867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같이 있는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폴더(있다면)도 함께 넣기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893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0354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8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0761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Scene 뷰로 끌어 놓아 확인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0" y="1737360"/>
            <a:ext cx="3867912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하얗게 보이면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28432" y="240004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33070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텍스처가 연결되지 않은 것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269417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62483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재질을 선택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텍스처 이미지를 끌어다 놓기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28432" y="320624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0456" y="3136900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GLB · OBJ 말고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FBX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쓰는 것이 가장 간단합니다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6 · 10분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 플레이어에 모델 입히기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물리는 회색 오브젝트가, 겉모습은 모델이 맡습니다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Capsule 플레이어 만들기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자식으로 넣기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Capsule의 겉모습만 끄기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6 · 모델 입히기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겉모습만 바꾸는 가장 안전한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모델에 직접 물리를 붙이면 크기 · 방향 때문에 자주 꼬입니다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998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Capsule · Rigidbody · Collider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(Mesh Renderer 끔)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가져온 모델 (겉모습만)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6122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844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Position (0, 1, 0)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0877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599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 &gt; Rigidbody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456322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3542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 모델을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 위로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 놓기 → 자식이 됨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50387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0109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Model의 Position을 (0, -1, 0) 근처로 → 발이 Capsule 바닥에 닿게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3379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크기가 다르면 Model의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조절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333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726" y="55794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333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55167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왼쪽 체크 해제 → 회색 캡슐이 사라지고 모델만 보임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223760" y="1737360"/>
            <a:ext cx="4416552" cy="16459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1938528"/>
            <a:ext cx="395935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9792" y="23808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71816" y="231419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Collider · 물리는 그대로 → 조작이 안 바뀜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79792" y="266661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71816" y="259994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언제든 다른 것으로 교체 가능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7 · 25분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묻고, 검증하고, 내 것으로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플레이어 이동 스크립트를 AI에게 받아서 내가 이해한 코드로 만듭니다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양식으로 묻기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줄마다 내 말로 주석 · AI 사용 기록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질문 양식 — 그대로 복사해서 쓰기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어느 것이든 됩니다. [환경] 줄이 가장 중요합니다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971800"/>
          </a:xfrm>
          <a:prstGeom prst="roundRect">
            <a:avLst>
              <a:gd name="adj" fmla="val 2462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[환경] Unity 6.3 LTS · URP · 영문 에디터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New Input System만 사용 (UnityEngine.Input 클래스 사용 금지)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[상황] 위에서 내려다보는 3D 게임. 플레이어는 Capsule + Rigidbody.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모델은 Player의 자식 오브젝트 Model.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[원하는 것] WASD · 방향키로 플레이어를 움직이는 C# 스크립트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 초보자용. 클래스 이름 PlayerMove. 줄마다 한국어 주석.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Rigidbody는 linearVelocity 사용. 움직이는 방향으로 Model이 바라보게.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[설명] 코드 아래에 Unity에서 붙이고 설정하는 순서를 단계별로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필요한가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[환경]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AI는 옛 버전 코드를 자주 줍니다. 버전 · 입력 방식을 못 박아야 합니다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[상황]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AI는 내 씬을 볼 수 없습니다. 오브젝트 구성을 글로 알려 줍니다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[조건]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 · 주석 · 난이도를 정하면 그대로 쓰기 쉬워집니다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받은 코드 검증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하나라도 걸리면 붙이기 전에 AI에게 다시 요청합니다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5422392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걸리면 이렇게 다시 묻기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Input.GetKey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Input.GetAxis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"Input 클래스 말고 Keyboard.current로 바꿔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Rigidbody 속도는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linearVelocity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다 (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아님)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"Unity 6 이름(linearVelocity)으로 바꿔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 class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뒤의 이름 =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이름을 클래스 이름과 같게 만든다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모르는 줄이 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"○번째 줄이 무슨 뜻인지 초보자에게 설명해 줘"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붙이고 ▶ Play → Console에 빨간 에러가 없다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에러 전체 문장을 복사해서 질문 (다음 쪽)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4번이 가장 중요합니다.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모르는 줄은 AI에게 물어서 이해한 뒤 넣습니다. 이해하고 쓴 코드는 내 실력입니다.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Unity에 붙이기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파일 이름이 클래스 이름과 다르면 붙지 않습니다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Scripting &gt; MonoBehaviour 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(대소문자까지 같게) → Enter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12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589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12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3116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더블클릭해서 열기 → 안의 내용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전부 지우고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받은 코드 붙여넣기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Unity로 돌아와 PlayerMove를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끌어다 놓기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106672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자식 Model을 끌어다 놓기 → ▶ Play → WASD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27432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에러가 났을 때 묻는 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2843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30704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Console의 빨간 줄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문장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복사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2843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33218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 전체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붙여넣기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2843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935732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했더니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났는지 한 줄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4663440"/>
            <a:ext cx="3867912" cy="109728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01000" y="47731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28432" y="52082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0456" y="5138928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WASD로 움직이고, 모델이 가는 방향을 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비교용 예시 답 — PlayerMove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답이 이것과 똑같을 필요는 없습니다. 다섯 가지 검증을 통과하면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플레이어 이동 (WASD · 방향키) — 위에서 내려다보는 3D 게임용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플레이어 (Rigidbody + Collider 필요)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초당 이동 속도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이동 방향을 바라볼 모델 (자식 오브젝트, 비워도 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model;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부딪혀도 넘어지지 않게 회전을 막는다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= new Vector3(h, 0f, v).normalized;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움직이는 방향으로 모델을 돌린다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(model != null &amp;&amp; input != Vector3.zero) model.forward =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   // 떨어지는 속도는 그대로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내 것으로 만들기 — 주석 다시 쓰기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단 주석을 지우고, 내 말로 다시 씁니다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400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내 설명: 누른 방향 × 속도 = 이번에 움직일 속도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내 설명: 위아래(Y) 속도는 원래 값을 둬야 점프 · 낙하가 안 끊긴다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8" name="Shape 6"/>
          <p:cNvSpPr/>
          <p:nvPr/>
        </p:nvSpPr>
        <p:spPr>
          <a:xfrm>
            <a:off x="763560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709928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줄마다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무슨 일을 하는지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말로 한 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60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40280"/>
            <a:ext cx="35021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설명이 안 되는 줄 → AI에게 질문 → 이해한 뒤 주석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60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68930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숫자(speed 등)를 바꿔 보고 결과 확인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76272" y="4399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68296" y="4325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 때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스크립트 한 부분을 직접 설명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오늘부터 이렇게 연습해 두세요.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사용 기록 (한 줄 예)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물은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PlayerMove 이동 스크립트 (질문 양식 사용)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것 → 내가 바꾼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velocity를 linearVelocity로 다시 요청 · speed 5→7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실습 7 · 선택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(선택) 카메라가 플레이어 따라가기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이번엔 질문 양식을 내가 채워서 물어봅니다. 아래는 비교용 예시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583680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카메라가 플레이어를 일정한 거리에서 따라간다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Main Camera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CameraFollow : MonoBehaviour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따라갈 대상 (플레이어)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target;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대상에서 카메라까지의 거리 (위로 10, 뒤로 8)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Vector3 offset = new Vector3(0f, 10f, -8f);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따라가는 부드러움 (클수록 빨리 붙는다)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smooth = 5f;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LateUpdate()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(target == null)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goal = target.position + offset;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k = smooth * Time.deltaTime;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 = Vector3.Lerp(transform.position, goal, k);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transform.LookAt(target);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CameraFollow.cs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70992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[원하는 것] 칸만 바꿔서 질문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24558"/>
            <a:ext cx="331927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카메라가 플레이어를 위 · 뒤에서 부드럽게 따라가는 스크립트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45237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486" y="249845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452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7065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 → Main Camera에 붙이기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30645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486" y="311059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30645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08279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Player 끌어다 놓기 → ▶ Play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67665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486" y="372273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36766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69493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Offset 숫자를 바꿔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선택 · 미리 보기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(선택) 키 비주얼을 타이틀 배경으로 깔아 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12주차에 제대로 다룹니다. 시간이 남으면 미리 해 봐도 좋습니다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KeyVisual_01.png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_Project/Textures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폴더로 끌어 넣기 (폴더가 없으면 만들기)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36601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1209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660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384298"/>
            <a:ext cx="64008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선택 →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Texture Type = Sprite (2D and UI)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946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407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94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129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Image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TitleBG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250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710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250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433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Image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키 비주얼 끌어다 놓기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73652"/>
            <a:ext cx="64008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Rect Transform 앵커 프리셋에서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누른 채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stretch-stretch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화면을 꽉 채움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01752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12주차에 더할 것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2843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1419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이름 글자 · 그림자 · 외곽선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28432" y="2677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0832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 · 중국어가 나오는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 에셋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만들기 (□ 문제 해결)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318973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3120390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꾸미기 · 등장 연출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DF0E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68296" y="52395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타이틀은 게임의 첫인상입니다. AI 이미지 + 에셋 + Unity UI를 조합하면 혼자서도 충분히 보기 좋은 화면을 만들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 끝에 있어야 할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 못 했으면 과제로 이어서 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83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 · 크기 점검 '예'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비주얼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KeyVisual_01.png · 스타일 키워드 3개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337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246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Final_학번 · _Project 폴더 · Play 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0690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1개 이상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가져와서 Play 씬에 놓음 · 에셋 목록에 기록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00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움직이는 플레이어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4709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입힌 Player가 WASD로 움직임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5321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7160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 3줄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5440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이미지 · 코드 각 1줄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확인하세요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증상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Package Manager의 My Assets가 비어 있다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에디터 왼쪽 위 계정이 Asset Store와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계정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인지 · 창 위쪽 새로고침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에셋이 분홍색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Rendering &gt; Render Pipeline Converter → Built-in to URP → Material Upgrade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가져온 뒤 빨간 에러 (에셋 폴더 안 스크립트)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에러가 가리키는 에셋의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Scripts · Demo 폴더 삭제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모델 · 텍스처 · 재질만 남겨도 충분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Play하면 InvalidOperationException … Input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어떤 스크립트가 옛 Input 클래스를 씀 → 그 스크립트를 Keyboard.current로 바꾸거나 삭제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스크립트가 오브젝트에 안 붙는다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이름 = 클래스 이름인지 · Console에 빨간 에러가 없는지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플레이어가 넘어진다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Rigidbody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Constraints &gt; Freeze Rotation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X · Y · Z 체크 (예시 코드는 자동)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모델이 땅에 묻히거나 뜬다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자식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 Position Y만 조절 (Player는 그대로)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2026-11-01T18:30:36Z</dcterms:created>
  <dcterms:modified xsi:type="dcterms:W3CDTF">2026-11-01T18:30:36Z</dcterms:modified>
</cp:coreProperties>
</file>