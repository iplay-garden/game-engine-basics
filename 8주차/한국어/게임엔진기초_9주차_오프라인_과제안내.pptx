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과제" id="{19c41678-a417-a7c9-1151-4cfe512fe10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과제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과제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안내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9주차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프로젝트 1단계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· 에셋 · 첫 조작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수업(11/9) 시작 전까지. 기말 시연은 12/21(월)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11/9(월) 수업 전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12/21 (월)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이번 과제 — 다섯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하나의 PDF(프로젝트 노트)로 정리해서 제출합니다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608990" y="1870862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1페이지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양식의 모든 칸 + 크기 점검 결과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6FEB"/>
          </a:solidFill>
          <a:ln/>
        </p:spPr>
      </p:sp>
      <p:sp>
        <p:nvSpPr>
          <p:cNvPr id="11" name="Shape 9"/>
          <p:cNvSpPr/>
          <p:nvPr/>
        </p:nvSpPr>
        <p:spPr>
          <a:xfrm>
            <a:off x="608990" y="2657246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52374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52374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이상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적고, 그중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이상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가져와서 씬에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39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90" y="344363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10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조작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3101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입힌 플레이어가 움직인다 (내 게임의 핵심 조작)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6966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0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990" y="4230014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0965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기록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0965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2줄 이상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(물은 것 · 받은 것 · 내가 바꾼 것 · 이해한 내용)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49560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C96A1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990" y="5016398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8828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488289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1장 + Game 뷰(▶ Play 중) 1장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888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76272" y="59542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58795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양식은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노트 템플릿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파일에 있습니다. 채워서 PDF로 저장 →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LMS 9주차 과제란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제출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기말까지의 일정 (계획)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매주 '이번 주에 끝낼 것' 하나씩. 진행에 따라 조정될 수 있습니다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83484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끝낼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11/2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기획 · 새 프로젝트 · 에셋 첫 가져오기 · 첫 조작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11/9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규칙 · 승패 (한 판이 돈다)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11/16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 입히기 · 맵(레벨) 만들기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11/23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 3개 · 소리 · 이펙트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11/30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플레이테스트 · 난이도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12/7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버그 잡기 · 다듬기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12/14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마무리 · Windows 빌드 · 시연 연습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12/21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기말 시연 (기말고사)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 완성 기준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중간의 네 가지에 '에셋 · 기록 · 내 코드 설명'이 더해집니다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중간과 같은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360676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 — 타이틀 → 플레이 → 결과 → RETRY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671572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596896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 — 타이틀 · HUD · 결과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2982468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07792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— 득점 · 성공 · 실패에 소리 + 이펙트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293364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18688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 — .exe로 시연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DF0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이번에 더해지는 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1384" y="23606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286000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게임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중간과 다른 새 프로젝트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01384" y="26715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596896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활용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직접 고르고 가져온 에셋을 게임에 사용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01384" y="29824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2907792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2종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에셋 목록 · AI 사용 기록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01384" y="32933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218688"/>
            <a:ext cx="471830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코드 설명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시연 때 내 스크립트 한 부분을 열어 설명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660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725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6509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평가는 위 항목을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보는 관점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합니다. 게임 종류 · 에셋의 화려함으로 점수를 나누지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도움은 얼마든지, 게임은 내 손으로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표 안에서는 무엇이든 써도 됩니다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469087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OK — 마음껏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 — 이것만은 안 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· 텍스처 · 재질 · 사운드 · 이펙트 · 폰트 · UI 그림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완성된 게임 템플릿 · 키트를 가져와 이름만 바꾸기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 · 설명 · 에러 해결 · 작은 스크립트 · 아이디어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 전체를 통째로 만들게 하기 · 설명할 수 없는 코드 넣기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수업 자료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등 수업에서 받은 스크립트 재사용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다른 학생의 프로젝트 · 코드 가져오기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쓴 것은 전부 목록 · 기록에 적기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쓰고도 적지 않기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판단이 애매하면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쓰기 전에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물어보세요. 물어본 것은 문제가 되지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기록 양식 — 예시 한 줄씩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템플릿 파일에 같은 표가 있습니다. 쓸 때마다 바로 적으세요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3017520"/>
                <a:gridCol w="1828800"/>
                <a:gridCol w="25877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종류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출처 · 주소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라이선스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어디에 썼나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(Robot Kit)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kenney.nl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CC0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플레이어 모델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기록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2468880"/>
                <a:gridCol w="338328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도구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물은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받은 것 → 내가 바꾼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이해한 내용 (내 말로)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ChatGPT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WASD 이동 스크립트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velocity → linearVelocity 재요청 · speed 7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 속도를 남겨야 낙하가 유지된다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7548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72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76272" y="49484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368296" y="48737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괄호 안 에셋 이름 · 도구는 예시입니다. AI 답을 통째로 붙여 넣지 말고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해서 적습니다.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제출 전 체크 · 자주 묻는 질문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11/9(월) 수업 전까지 LMS 9주차 과제란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" y="181470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37360"/>
            <a:ext cx="544982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하나에 기획 · 에셋 목록 · AI 기록 · 스크린샷 2장이 모두 들어 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6072" y="237705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299716"/>
            <a:ext cx="544982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이름: 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게임엔진기초_9주차_학번_이름.pdf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76072" y="269633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618994"/>
            <a:ext cx="544982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폴더(Assets · Packages · ProjectSettings)를 USB나 드라이브에 백업했다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480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62072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중간 게임을 이어서 하면 안 되나요?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이번 기말은 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모두 새 프로젝트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입니다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유료 에셋을 써도 되나요?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돈을 쓸 필요는 없습니다. 무료로 충분합니다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AI가 준 코드를 그대로 써도 되나요?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다섯 가지 검증을 통과하고, 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내가 설명할 수 있으면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됩니다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에셋을 GitHub에 올려도 되나요?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Asset Store 에셋 파일을 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공개 저장소에 올리지 않습니다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(빌드한 게임은 OK)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2026-11-01T18:14:40Z</dcterms:created>
  <dcterms:modified xsi:type="dcterms:W3CDTF">2026-11-01T18:14:40Z</dcterms:modified>
</cp:coreProperties>
</file>