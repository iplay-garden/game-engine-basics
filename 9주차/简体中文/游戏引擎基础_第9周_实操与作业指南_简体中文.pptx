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始" id="{c3441066-8a10-1e1e-6cc1-aef75d0d90ac}">
          <p14:sldIdLst>
            <p14:sldId id="256"/>
          </p14:sldIdLst>
        </p14:section>
        <p14:section name="实操 1" id="{d57a01a0-d853-9841-a823-4a51fc8d47c4}">
          <p14:sldIdLst>
            <p14:sldId id="257"/>
            <p14:sldId id="258"/>
            <p14:sldId id="259"/>
            <p14:sldId id="260"/>
          </p14:sldIdLst>
        </p14:section>
        <p14:section name="实操 2" id="{d71fe917-84d3-8b2b-4bc1-083af474f7a0}">
          <p14:sldIdLst>
            <p14:sldId id="261"/>
            <p14:sldId id="262"/>
            <p14:sldId id="263"/>
          </p14:sldIdLst>
        </p14:section>
        <p14:section name="实操 3" id="{d8fface3-3e6c-056e-8904-debe5c8f2ead}">
          <p14:sldIdLst>
            <p14:sldId id="264"/>
            <p14:sldId id="265"/>
            <p14:sldId id="266"/>
          </p14:sldIdLst>
        </p14:section>
        <p14:section name="实操 4" id="{950421da-aaa2-f078-7a1c-fbfd0a471429}">
          <p14:sldIdLst>
            <p14:sldId id="267"/>
            <p14:sldId id="268"/>
            <p14:sldId id="269"/>
            <p14:sldId id="270"/>
            <p14:sldId id="271"/>
          </p14:sldIdLst>
        </p14:section>
        <p14:section name="实操 5" id="{70066596-1096-ec30-666e-1d9d01cd7afa}">
          <p14:sldIdLst>
            <p14:sldId id="272"/>
            <p14:sldId id="273"/>
          </p14:sldIdLst>
        </p14:section>
        <p14:section name="实操 6" id="{3f56d00e-0fe1-7f92-a997-304bcef6262a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收尾" id="{d23bcaf5-bebc-a0ae-e458-6e96c078970b}">
          <p14:sldIdLst>
            <p14:sldId id="281"/>
            <p14:sldId id="282"/>
          </p14:sldIdLst>
        </p14:section>
        <p14:section name="作业" id="{3068bd74-4cef-a33e-f2d4-c29bccb8d117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9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9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实操与作业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东明大学 游戏美术系 · 游戏引擎基础 第 9 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920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期末项目开始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97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策划 · 素材 · 首次使用 AI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6576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DBE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在新项目中导入素材，把 AI 给的代码变成自己的，让玩家动起来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基准版本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编辑器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英文版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任课教师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朴炡垣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1 · 30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期末游戏一页策划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与期中不同的新游戏。一个人 5 周内能完成的大小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确定游戏 — 规则能否用一句话说明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填写一页表格 — 操作 · 胜负 · 画面 · 需要的素材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检查规模 — 太大就缩小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做什么游戏 — 适合使用素材的游戏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只是例子。在范围内可以自由选题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在地图里移动收集金币 · 宝石。时间内收集完即成功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需要的素材：角色 · 道具模型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躲避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躲开掉落或飞来的障碍物，坚持更久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需要的素材：障碍物 · 场景模型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73736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532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俯视射击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射击靠近的敌人。守护基地或撑过波次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需要的素材：敌人 · 子弹 · 特效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迷宫逃脱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297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找到钥匙到达出口。可加陷阱 · 追击者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120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需要的素材：墙 · 地砖套件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374904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2628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计时赛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297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按顺序通过检查点，最快到达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26280" y="5120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需要的素材：车辆 · 道路套件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374904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532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塔防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297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用塔挡住沿路而来的敌人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5120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需要的素材：塔 · 敌人 · 地形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不能做与期中相同的游戏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。用新项目 · 新策划开始。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一页策划表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作业模板文件里有同样的表格。今天的目标是把格子都填满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写法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例（收集游戏）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游戏名称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用英文（直接用于 UI 文字）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一句话介绍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谁 · 做什么 · 怎么做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机器人在 60 秒内收集 20 个金币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只用几个键 · 鼠标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WASD 移动 · Space 跳跃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成功 · 失败 · 分数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用数字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收集 20 个成功 · 超过 60 秒失败 · 金币 +10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三个画面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标题 · HUD · 结果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摄像机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固定或跟随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从斜上方俯视，跟随玩家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 · 场景 · 目标物 · 声音 · 特效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机器人模型 · 地砖 · 金币 · 拾取音 · 闪光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例子中的名称 · 数字只用于说明表格。请按自己的游戏决定。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规模检查 — 一个人 5 周能完成吗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只要有一个“否”就缩小。缩小的游戏才能做完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如果是“否”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能用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说清规则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只留一个规则，其他删掉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一局在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 分钟内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结束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减少目标数 · 时间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操作键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合并操作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只有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场景（不做多个关卡）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关卡等期末之后再说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需要新学的功能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其他用已学的方法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需要的素材能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免费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获得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用灰色方块代替或更换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9612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60312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96188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规模检查全部为“是”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2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新建项目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期中项目保持不动，完全新建一个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→ Universal 3D → Final_学号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建立自己的文件夹 _Project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确认编辑器已登录 Unity 账号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新项目 · 文件夹 · 场景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与第 6 周跟做指南 STEP 1 顺序相同，只是名字不同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确认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6000.3.x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Final_学号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（例：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Project 窗口的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里建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SampleScene 移到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并改名为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自己做的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(导入的素材)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自动生成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导入的素材文件夹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保留在 Assets 下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。不要移进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（更新时会出问题）。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在编辑器里登录 Unity 账号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 Asset Store 获取的素材，要用“同一个账号”登录编辑器才能看到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点击编辑器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左上角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的账号按钮（人形图标或姓名首字母）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未登录时点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在浏览器中用 Unity 账号登录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确认与 Unity Hub 登录的是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同一个账号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如果没有账号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可在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免费注册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633218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也可以用学校邮箱注册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2935732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· 编辑器 · Asset Store 都用同一个账号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账号按钮显示我的首字母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3 · 20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Asset Store 挑选并添加素材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先在网页加入“我的素材” → 再在编辑器中导入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免费筛选 · 确认 URP 兼容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马上记录到素材清单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搜索并只看免费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在网页浏览器中进行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右上角登录（与编辑器同一账号）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在搜索框用英文搜索：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coin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dungeon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656713"/>
            <a:ext cx="62179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low poly = 面数少的简单模型。轻量，适合新手项目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04596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在左侧筛选中只选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价格（Pricing）→ Free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57632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分类缩小到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（声音选 Audio，特效选 VFX）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不要选这样的素材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完整游戏模板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（Kit · Template · Complete Project）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容量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1GB 以上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URP 兼容标记的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最后更新很久以前的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禁止“替你做好游戏的素材”，“用于游戏的材料”可以。不确定就先问老师。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在商品页确认 → 添加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添加前看三件事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查看位置（页面下方）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看什么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一栏是否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Compatible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File size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是否在几百 MB 以内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License agreement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是否为 Standard Unity Asset Store EULA（大多数是）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三项都没问题就点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240280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出现许可协议窗口点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75234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79843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770632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马上把素材名称 · 网址记到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按钮名称可能因页面略有不同。免费素材无需付款即可加入“我的素材（My Assets）”。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490118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4826508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为 Not compatible 的素材可能显示为粉色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实操 4 介绍转换方法。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4 · 20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导入编辑器 · 修复粉色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Package Manager 导入我的素材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显示粉色就转换为 URP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 Kenney 免费模型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的菜单位置。与旧资料中的 Window &gt; Package Manager 是同一个窗口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在左侧列表选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能看到刚添加的素材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看不到时确认账号登录 · 点窗口上方刷新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选中素材 → 右侧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等待完成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#.# to project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窗口：先保持全部勾选 → 点下方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（素材名称）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示意图为简化版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窗口 Assets 下出现了新的素材文件夹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检查导入的素材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每个素材的文件夹结构都不同。先找模型 · 预制体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打开新文件夹，找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（或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Demo 场景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就双击打开看看效果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再回到自己的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场景（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3284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3745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46704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把要用的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预制体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拖到 Scene 视图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导入素材后 Console 出现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红色错误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：多半是该素材的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Scripts · Demo 文件夹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造成的 → 见最后“遇到问题时”表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素材的 Demo 场景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只看，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不修改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自己的游戏始终在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场景里做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显示为粉色 — 转换为 URP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因为是 Built-in 用材质，URP 找不到着色器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A — 全部转换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上方下拉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勾选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Material Upgrade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154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00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1729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Initialize and Convert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B — 只转换选中的材质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Project 窗口选中粉色的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材质（Material）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转换后仍是粉色：说明素材使用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自己的着色器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无法自动转换。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换一个素材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转换前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保存 · 备份项目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所以实操 3 先确认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。一开始就选 URP 兼容的素材最简单。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可免署名使用的免费模型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CC0（公共领域）许可。但仍要记到素材清单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分类选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选择喜欢的套件（Kit）→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出现捐赠窗口时，捐赠是自愿的，也可以不捐赠直接下载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解压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下载的 zip → 找到里面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格式的文件夹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FBX 文件拖进 Unity 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_Project/Models/套件名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如有同目录的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文件夹也一起拖入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把模型拖到 Scene 视图检查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模型显示为白色时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说明贴图没有连接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选中模型的材质 → 把贴图拖到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不用 GLB · OBJ，使用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最简单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5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给灰色玩家换上模型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物理由灰色物体负责，外观由模型负责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制作 Capsule 玩家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把模型放为子物体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只关闭 Capsule 的外观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换模型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只换外观的最安全方法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直接给模型加物理，常因大小 · 方向出问题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（关闭 Mesh Renderer）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导入的模型（只负责外观）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把导入的模型拖到 Hierarchy 中的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 上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成为子物体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的 Position 设在 (0, -1, 0) 附近 → 让脚碰到 Capsule 底部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大小不对只调 Model 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 Player → 取消勾选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灰色胶囊消失，只看到模型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为什么这样？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Collider · 物理不变 → 操作不变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模型随时可以换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6 · 25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 AI、检验、变成自己的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AI 获得玩家移动脚本，变成自己理解的代码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用提问模板提问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每行用自己的话写注释 · AI 使用记录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提问模板 — 直接复制使用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都可以。[环境] 这一行最重要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[环境] Unity 6.3 LTS · URP · 英文编辑器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只使用 New Input System（不要使用 UnityEngine.Input 类）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[情况] 俯视角 3D 游戏。玩家是 Capsule + Rigidbody。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模型是 Player 的子物体 Model。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[想要] 用 WASD / 方向键移动玩家的 C# 脚本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[条件] 新手用。类名 PlayerMove。每行加中文注释。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 使用 linearVelocity。移动时 Model 朝向移动方向。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[说明] 代码下面按步骤写出在 Unity 里挂载和设置的方法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行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为什么需要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[环境]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常给旧版本代码。必须写死版本 · 输入方式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[情况]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看不到你的场景。要用文字说明物体结构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[条件]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规定名称 · 注释 · 难度，更容易直接使用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检验得到的代码 — 五项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有一项不通过，挂载前就再问一次 AI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#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检查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不通过时这样再问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“不要用 Input 类，改成 Keyboard.current”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Rigidbody 速度用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（不是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“改成 Unity 6 的名称（linearVelocity）”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后的名称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让文件名与类名一致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没有看不懂的行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“请给新手解释第○行是什么意思”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挂上后 ▶ Play → Console 没有红色错误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复制完整错误信息去问（下一页）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4 项最重要。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自己解释不了的代码，不放进自己的游戏。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挂到 Unity 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文件名与类名不同就无法挂载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命名为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（大小写也要一致）→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双击打开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全部删除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原内容，粘贴得到的代码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4432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4893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43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61512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回到 Unity，把 PlayerMove 拖到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上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9735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01966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973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991864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把子物体 Model 拖到 Inspector 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出错时怎么问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复制 Console 红字的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完整句子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粘贴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整个脚本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一句话说明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做了什么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之后出错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WASD 能移动，模型朝向移动方向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对照用参考答案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的答案不必完全一样。通过五项检验即可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玩家移动（WASD · 方向键）— 用于俯视角 3D 游戏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挂载位置：玩家（需要 Rigidbody + Collider）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每秒移动速度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朝向移动方向的模型（子物体，可留空）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锁定旋转，碰撞时不会倒下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让模型转向移动方向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保留下落速度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变成自己的 — 重写注释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删掉 AI 写的注释，用自己的话重写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我的说明：按键方向 × 速度 = 这一帧要移动的速度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我的说明：上下（Y）速度保留原值，这样跳跃 · 下落不会被打断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做什么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解释不了的行 → 问 AI → 理解后再写注释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改改数字（speed 等）看结果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期末演示时要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亲自讲解自己脚本的一部分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。从今天开始这样练习。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使用记录（一行示例）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PlayerMove 移动脚本（使用提问模板）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要求把 velocity 改成 linearVelocity · speed 5→7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选做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（选做）摄像机跟随玩家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这次自己填提问模板去问。下面是对照用的例子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摄像机保持一定距离跟随玩家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跟随目标（玩家）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目标到摄像机的距离（向上 10，向后 8）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跟随平滑度（越大跟得越快）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只改 [想要] 一栏来提问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例：摄像机从上方 · 后方平滑跟随玩家的脚本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270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3168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27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28904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 → 挂到 Main Camera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28011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28471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2801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819400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Player 拖到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3314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3775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331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349752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 Offset 数字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今天结束时应该有的东西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没做完就作为作业继续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202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8288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规模检查全是“是”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76148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6700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新项目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67004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Final_学号 · _Project 文件夹 · Play 场景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419856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60273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51129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至少 1 个素材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511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已导入并放进 Play 场景 · 已记入素材清单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44398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43525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能移动的玩家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435254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 Player 能用 WASD 移动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102352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28523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51937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行 AI 使用记录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519379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问了什么 · 得到什么 · 改了什么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遇到问题时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从上往下检查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现象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解决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Package Manager 的 My Assets 是空的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确认编辑器左上角账号与 Asset Store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是同一个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点窗口上方刷新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素材是粉色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导入后出现红色错误（素材文件夹里的脚本）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删除错误指向的素材的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Scripts · Demo 文件夹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。只留模型 · 贴图 · 材质就够了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 时出现 InvalidOperationException … Input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某个脚本用了旧 Input 类 → 改成 Keyboard.current 或删除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脚本挂不上物体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 = 类名吗 · Console 有没有红色错误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玩家会倒下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勾选 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X · Y · Z（参考代码已自动设置）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模型陷进地面或悬空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只调子物体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的 Position Y（Player 不动）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作业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期末项目第 1 阶段作业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11/9（周一）上课前提交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交什么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到期末的日程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评价角度 · 规则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本次作业 — 五项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整理成一个 PDF（项目笔记）提交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608990" y="1870862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810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表格全部填写 + 规模检查结果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596896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608990" y="2657246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596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52374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523744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候选，其中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导入并放进场景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3832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390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8990" y="34436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3101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第一个操作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31012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换上模型的玩家能移动（自己游戏的核心操作）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169664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D04444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990" y="4230014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169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09651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40965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行以上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（问了什么 · 得到什么 · 我改了什么 · 理解的内容）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4956048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8C96A1"/>
          </a:solidFill>
          <a:ln/>
        </p:spPr>
      </p:sp>
      <p:sp>
        <p:nvSpPr>
          <p:cNvPr id="26" name="Shape 24"/>
          <p:cNvSpPr/>
          <p:nvPr/>
        </p:nvSpPr>
        <p:spPr>
          <a:xfrm>
            <a:off x="608990" y="5016398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956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234440" y="488289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截图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882896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视图 1 张 + Game 视图（▶ Play 中）1 张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48640" y="57607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格式在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项目笔记模板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文件里。填好后存为 PDF → 提交到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LMS 第 9 周作业栏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到期末的日程（计划）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每周完成一件事。可能根据进度调整</a:t>
            </a:r>
            <a:endParaRPr lang="en-US" sz="1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834847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周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要完成的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9 周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策划 · 新项目 · 首次导入素材 · 第一个操作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10 周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11/9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核心规则 · 胜负（能玩完一局）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11 周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11/16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换上素材 · 制作地图（关卡）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12 周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11/23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三个画面 · 声音 · 特效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13 周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11/30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试玩 · 难度 · 修 bug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14 周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12/7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收尾 · Windows 打包 · 演示练习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15 周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12/14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期末演示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期末完成标准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在期中四项基础上，增加“素材 · 记录 · 讲解自己的代码”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3566160"/>
          </a:xfrm>
          <a:prstGeom prst="roundRect">
            <a:avLst>
              <a:gd name="adj" fmla="val 3077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与期中相同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0676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80974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完整一局 — 标题 → 游戏 → 结果 → RETRY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2671572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596896"/>
            <a:ext cx="480974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三个画面 — 标题 · HUD · 结果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298246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07792"/>
            <a:ext cx="480974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反馈 — 得分 · 成功 · 失败有声音 + 特效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29336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18688"/>
            <a:ext cx="480974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Windows 打包 — 用 .exe 演示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45352" y="1737360"/>
            <a:ext cx="5394960" cy="3566160"/>
          </a:xfrm>
          <a:prstGeom prst="roundRect">
            <a:avLst>
              <a:gd name="adj" fmla="val 3077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这次增加的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01384" y="236067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93408" y="2286000"/>
            <a:ext cx="471830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新游戏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与期中不同的新项目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01384" y="267157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3408" y="2596896"/>
            <a:ext cx="471830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使用素材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使用自己挑选并导入的素材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01384" y="29824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93408" y="2907792"/>
            <a:ext cx="471830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两种记录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素材清单 · AI 使用记录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01384" y="329336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3218688"/>
            <a:ext cx="471830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讲解自己的代码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演示时打开自己脚本的一部分讲解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660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176272" y="5725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68296" y="56509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评价按上述项目的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角度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进行。不按游戏类型 · 素材是否华丽来区分分数。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帮助随便用，游戏亲手做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在这张表的范围内什么都可以用</a:t>
            </a:r>
            <a:endParaRPr lang="en-US" sz="1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754880"/>
                <a:gridCol w="4690872"/>
              </a:tblGrid>
              <a:tr h="731520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OK — 尽管用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NO — 只有这些不行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 · 贴图 · 材质 · 声音 · 特效 · 字体 · UI 图片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导入完整游戏模板 · 套件只改名字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提问 · 讲解 · 解决错误 · 小脚本 · 点子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让 AI 整个做出游戏 · 放入自己解释不了的代码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课程资料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复用课上发的 GameManager 等脚本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拿别的同学的项目 · 代码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记录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用过的全部记到清单 · 记录里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用了却不记录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拿不准时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用之前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先问。问过的不会有问题。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记录格式 — 各一行示例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模板文件里有同样的表格。每次使用后马上记录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5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3017520"/>
                <a:gridCol w="1828800"/>
                <a:gridCol w="258775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名称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类型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来源 · 网址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许可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用在哪里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(Robot Kit)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kenney.nl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CC0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玩家模型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0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5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2468880"/>
                <a:gridCol w="3383280"/>
                <a:gridCol w="29535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工具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理解的内容（自己的话）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ChatGPT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WASD 移动脚本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要求 velocity → linearVelocity · speed 7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保留 Y 速度，下落才不会中断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7548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77240" y="4882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76272" y="49484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368296" y="48737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括号中的素材名称 · 工具只是例子。不要整段粘贴 AI 的回答，要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概括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提交前检查 · 常见问题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11/9（周一）上课前提交到 LMS 第 9 周作业栏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181470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37360"/>
            <a:ext cx="544982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 PDF 里包含策划 · 素材清单 · AI 记录 · 2 张截图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76072" y="213398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056638"/>
            <a:ext cx="544982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文件名：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게임엔진기초_9주차_学号_姓名.pdf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76072" y="245325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375916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已把项目文件夹（Assets · Packages · ProjectSettings）备份到 U 盘或云盘</a:t>
            </a:r>
            <a:endParaRPr lang="en-US" sz="14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62072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回答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能继续做期中的游戏吗？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这次期末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全部做新项目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可以用付费素材吗？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不需要花钱，免费的就够了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能直接用 AI 给的代码吗？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通过五项检验，并且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自己能解释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就可以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能把素材上传到 GitHub 吗？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不要把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Asset Store 素材文件上传到公开仓库（打包后的游戏可以）</a:t>
                      </a:r>
                      <a:endParaRPr lang="en-US" sz="12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2026-11-01T18:09:41Z</dcterms:created>
  <dcterms:modified xsi:type="dcterms:W3CDTF">2026-11-01T18:09:41Z</dcterms:modified>
</cp:coreProperties>
</file>