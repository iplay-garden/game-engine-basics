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fae0a030-4fbe-c67d-0a29-34c1dc3ee910}">
          <p14:sldIdLst>
            <p14:sldId id="256"/>
          </p14:sldIdLst>
        </p14:section>
        <p14:section name="实操 1" id="{4c2a8800-6bb6-768e-00f8-a7bf970085e6}">
          <p14:sldIdLst>
            <p14:sldId id="257"/>
            <p14:sldId id="258"/>
            <p14:sldId id="259"/>
            <p14:sldId id="260"/>
          </p14:sldIdLst>
        </p14:section>
        <p14:section name="实操 2" id="{710cf7b5-6d78-b346-c83d-7e33a2335245}">
          <p14:sldIdLst>
            <p14:sldId id="261"/>
            <p14:sldId id="262"/>
            <p14:sldId id="263"/>
          </p14:sldIdLst>
        </p14:section>
        <p14:section name="实操 3" id="{1da424ad-d831-f9ee-c3f9-1bfb49e4699e}">
          <p14:sldIdLst>
            <p14:sldId id="264"/>
            <p14:sldId id="265"/>
            <p14:sldId id="266"/>
          </p14:sldIdLst>
        </p14:section>
        <p14:section name="实操 4" id="{4859a3cb-4579-256a-9ce5-528f92e806ac}">
          <p14:sldIdLst>
            <p14:sldId id="267"/>
            <p14:sldId id="268"/>
            <p14:sldId id="269"/>
            <p14:sldId id="270"/>
            <p14:sldId id="271"/>
          </p14:sldIdLst>
        </p14:section>
        <p14:section name="实操 5" id="{aec198d8-033b-6a71-5759-9869fcdfae89}">
          <p14:sldIdLst>
            <p14:sldId id="272"/>
            <p14:sldId id="273"/>
          </p14:sldIdLst>
        </p14:section>
        <p14:section name="实操 6" id="{3fc4875e-c6e6-b072-da02-40eea1cf1b52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收尾" id="{3a6e595c-7c1f-6fa0-9480-4dee143f013a}">
          <p14:sldIdLst>
            <p14:sldId id="281"/>
            <p14:sldId id="282"/>
          </p14:sldIdLst>
        </p14:section>
        <p14:section name="作业" id="{88622fcd-a3cf-893d-6458-d61d7200ea22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第 9 周 实操与作业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第 9 周 实操与作业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实操与作业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第 9 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期末项目开始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策划 · 素材 · 首次使用 AI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在新项目中导入素材，把 AI 给的代码变成自己的，让玩家动起来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1 · 30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期末游戏一页策划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与期中不同的新游戏。一个人 6 周内能完成的大小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确定游戏 — 规则能否用一句话说明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填写一页表格 — 操作 · 胜负 · 画面 · 需要的素材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检查规模 — 太大就缩小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做什么游戏 — 适合使用素材的游戏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只是例子。在范围内可以自由选题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在地图里移动收集金币 · 宝石。时间内收集完即成功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需要的素材：角色 · 道具模型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躲避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躲开掉落或飞来的障碍物，坚持更久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需要的素材：障碍物 · 场景模型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俯视射击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射击靠近的敌人。守护基地或撑过波次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需要的素材：敌人 · 子弹 · 特效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迷宫逃脱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找到钥匙到达出口。可加陷阱 · 追击者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需要的素材：墙 · 地砖套件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计时赛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按顺序通过检查点，最快到达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需要的素材：车辆 · 道路套件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74904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塔防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用塔挡住沿路而来的敌人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需要的素材：塔 · 敌人 · 地形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934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76272" y="59999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68296" y="59253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不能做与期中相同的游戏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。用新项目 · 新策划开始。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一页策划表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作业模板文件里有同样的表格。今天的目标是把格子都填满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写法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例（收集游戏）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游戏名称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用英文（直接用于 UI 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COIN RUSH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一句话介绍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谁 · 做什么 · 怎么做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机器人在 60 秒内收集 20 个金币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只用几个键 · 鼠标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WASD 移动 · Space 跳跃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成功 · 失败 · 分数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用数字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收集 20 个成功 · 超过 60 秒失败 · 金币 +10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三个画面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HUD · 结果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COIN RUSH / SCORE · TIME / CLEAR! · RETRY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固定或跟随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从斜上方俯视，跟随玩家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需要的素材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 · 场景 · 目标物 · 声音 · 特效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机器人模型 · 地砖 · 金币 · 拾取音 · 闪光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例子中的名称 · 数字只用于说明表格。请按自己的游戏决定。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1 · 策划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规模检查 — 一个人 6 周能完成吗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只要有一个“否”就缩小。缩小的游戏才能做完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914400"/>
                <a:gridCol w="469087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问题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如果是“否”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能用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一句话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说清规则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只留一个规则，其他删掉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一局在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 分钟内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结束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减少目标数 · 时间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操作键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 个以内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合并操作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只有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 个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场景（不做多个关卡）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关卡等期末之后再说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需要新学的功能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 个以内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其他用已学的方法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需要的素材能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免费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用灰色方块代替或更换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5F4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59612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60312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6696" y="5961888"/>
            <a:ext cx="104150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表格全部填好 · 规模检查全部为“是”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2 · 15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新建项目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期中项目保持不动，完全新建一个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 → Universal 3D → Final_学号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建立自己的文件夹 _Project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确认编辑器已登录 Unity 账号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2 · 新项目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新项目 · 文件夹 · 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与第 6 周跟做指南 STEP 1 顺序相同，只是名字不同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Editor Version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Project name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Final_学号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Project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7632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里建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03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2492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203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21480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SampleScene 移到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并改名为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打开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3657600"/>
          </a:xfrm>
          <a:prstGeom prst="roundRect">
            <a:avLst>
              <a:gd name="adj" fmla="val 2000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18288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148840"/>
            <a:ext cx="34655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自己做的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Scripts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(导入的素材)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自动生成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Settings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05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771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696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导入的素材文件夹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保留在 Assets 下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。不要移进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（更新时会出问题）。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2 · 新项目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在编辑器里登录 Unity 账号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 Asset Store 获取的素材，要用“同一个账号”登录编辑器才能看到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点击编辑器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左上角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的账号按钮（人形图标或姓名首字母）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未登录时点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Sign in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在浏览器中用 Unity 账号登录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035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确认与 Unity Hub 登录的是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同一个账号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233672" cy="3108960"/>
          </a:xfrm>
          <a:prstGeom prst="roundRect">
            <a:avLst>
              <a:gd name="adj" fmla="val 3529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1938528"/>
            <a:ext cx="37764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如果没有账号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62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54696" y="2330704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可在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id.unity.com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免费注册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62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54696" y="2633218"/>
            <a:ext cx="35570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也可以用学校邮箱注册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62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54696" y="2935732"/>
            <a:ext cx="3557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 · 编辑器 · Asset Store 都用同一个账号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58368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389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5574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6696" y="5504688"/>
            <a:ext cx="59070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账号按钮显示我的首字母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3 · 20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Asset Store 挑选并添加素材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先在网页加入“我的素材” → 再在编辑器中导入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免费筛选 · 确认 URP 兼容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 My Assets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马上记录到素材清单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3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搜索并只看免费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在网页浏览器中进行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assetstore.unity.com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右上角登录（与编辑器同一账号）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在搜索框用英文搜索：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poly robot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dungeon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2179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low poly = 面数少的简单模型。轻量，适合新手项目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在左侧筛选中只选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价格（Pricing）→ Free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分类缩小到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（声音选 Audio，特效选 VFX）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4050792" cy="384048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193852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不要选这样的素材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4555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37576" y="2330704"/>
            <a:ext cx="33741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完整游戏模板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（Kit · Template · Complete Project）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4555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37576" y="2859532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容量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1GB 以上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4555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37576" y="3162046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URP 兼容标记的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45552" y="35365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37576" y="3464560"/>
            <a:ext cx="33741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最后更新很久以前的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禁止“替你做好游戏的素材”，“用于游戏的材料”可以。不确定就先问老师。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3 · Asset Store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在商品页确认 → 添加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添加前看三件事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查看位置（页面下方）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看什么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Render pipeline compatibility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URP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一栏是否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Compatible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File size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是否在几百 MB 以内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License agreement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是否为 Standard Unity Asset Store EULA（大多数是）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三项都没问题就点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 My Assets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240280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出现许可协议窗口点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27523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7984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770632"/>
            <a:ext cx="331927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马上把素材名称 · 网址记到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62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176272" y="4628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68296" y="45537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按钮名称可能因页面略有不同。免费素材无需付款即可加入“我的素材（My Assets）”。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76272" y="490118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68296" y="4826508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URP 为 Not compatible 的素材可能显示为粉色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实操 4 介绍转换方法。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4 · 20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导入编辑器 · 修复粉色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Package Manager → My Assets → Download → Import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Package Manager 导入我的素材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显示粉色就转换为 URP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 Kenney 免费模型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Package Manager → My Assets → Import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 的菜单位置。与旧资料中的 Window &gt; Package Manager 是同一个窗口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 &gt; Package Management &gt; Package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在左侧列表选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Assets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能看到刚添加的素材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17140"/>
            <a:ext cx="6217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看不到时确认账号登录 · 点窗口上方刷新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798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2593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79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98140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选中素材 → 右侧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等待完成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102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5629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10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28492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#.# to project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405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98664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940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958844"/>
            <a:ext cx="62179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窗口：先保持全部勾选 → 点下方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050792" cy="356616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737360"/>
            <a:ext cx="4050792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Package Manager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Project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Registry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916936"/>
            <a:ext cx="1554480" cy="310896"/>
          </a:xfrm>
          <a:prstGeom prst="rect">
            <a:avLst/>
          </a:prstGeom>
          <a:solidFill>
            <a:srgbClr val="2C5D8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Assets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Built-in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81160" y="2148840"/>
            <a:ext cx="18288" cy="30632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（素材名称）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2651760"/>
            <a:ext cx="114300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0" y="2651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18320" y="310896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4A4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0" y="31089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1.0 to project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53949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示意图为简化版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E5F4E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4589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" y="58940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6696" y="5824728"/>
            <a:ext cx="608990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窗口 Assets 下出现了新的素材文件夹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检查导入的素材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每个素材的文件夹结构都不同。先找模型 · 预制体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打开新文件夹，找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 场景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就双击打开看看效果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再回到自己的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_Project/Scenes/Play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37450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346704"/>
            <a:ext cx="62179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把要用的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预制体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拖到 Scene 视图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4050792" cy="2011680"/>
          </a:xfrm>
          <a:prstGeom prst="roundRect">
            <a:avLst>
              <a:gd name="adj" fmla="val 5455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18120" y="1737360"/>
            <a:ext cx="3593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导入素材后 Console 出现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红色错误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：多半是该素材的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Scripts · Demo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造成的 → 见最后“遇到问题时”表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931920"/>
            <a:ext cx="4050792" cy="1737360"/>
          </a:xfrm>
          <a:prstGeom prst="roundRect">
            <a:avLst>
              <a:gd name="adj" fmla="val 631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413308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素材的 Demo 场景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45552" y="45780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37576" y="450875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只看，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不修改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45552" y="4872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37576" y="4802886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自己的游戏始终在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场景里做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显示为粉色 — 转换为 URP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因为是 Built-in 用材质，URP 找不到着色器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 A — 全部转换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8" name="Shape 6"/>
          <p:cNvSpPr/>
          <p:nvPr/>
        </p:nvSpPr>
        <p:spPr>
          <a:xfrm>
            <a:off x="823326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 &gt; Rendering &gt; Render Pipeline Converter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326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157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上方下拉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Built-in to URP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勾选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Material Upgrade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6F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326" y="3200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729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Initialize and Convert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 B — 只转换选中的材质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0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0038" y="22863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258568"/>
            <a:ext cx="448056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Project 窗口选中粉色的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材质（Material）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2697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90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0038" y="27435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715768"/>
            <a:ext cx="44805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Rendering &gt; Materials &gt; Convert Selected Built-in Materials to URP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C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97764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转换后仍是粉色：说明素材使用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自己的着色器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无法自动转换。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换一个素材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最快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89520" y="397764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178808"/>
            <a:ext cx="359359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转换前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45552" y="462381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37576" y="4554474"/>
            <a:ext cx="337413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保存 · 备份项目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所以实操 3 先确认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。一开始就选 URP 兼容的素材最简单。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4 · 导入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Kenney — 可免署名使用的免费模型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CC0（公共领域）许可。但仍要记到素材清单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浏览器打开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kenney.nl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分类选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选择喜欢的套件（Kit）→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08885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出现捐赠窗口时，捐赠是自愿的，也可以不捐赠直接下载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633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9094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63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81630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下载的 zip → 找到里面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FBX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格式的文件夹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FBX 文件拖进 Unity 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_Project/Models/套件名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4867"/>
            <a:ext cx="640080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如有同目录的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文件夹也一起拖入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893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0354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8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07612"/>
            <a:ext cx="64008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把模型拖到 Scene 视图检查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0" y="1737360"/>
            <a:ext cx="3867912" cy="3749040"/>
          </a:xfrm>
          <a:prstGeom prst="roundRect">
            <a:avLst>
              <a:gd name="adj" fmla="val 2927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模型显示为白色时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28432" y="240004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330704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说明贴图没有连接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28432" y="269417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624836"/>
            <a:ext cx="319125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选中模型的材质 → 把贴图拖到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28432" y="320624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0456" y="3136900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不用 GLB · OBJ，使用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FBX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最简单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5 · 15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给灰色玩家换上模型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物理由灰色物体负责，外观由模型负责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制作 Capsule 玩家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把模型放为子物体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只关闭 Capsule 的外观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5 · 换模型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只换外观的最安全方法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直接给模型加物理，常因大小 · 方向出问题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998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Capsule · Rigidbody · Collider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（关闭 Mesh Renderer）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导入的模型（只负责外观）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726" y="36122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844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Position (0, 1, 0)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26" y="40877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599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 &gt; Rigidbody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726" y="456322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3542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把导入的模型拖到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 上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成为子物体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50387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0109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的 Position 设在 (0, -1, 0) 附近 → 让脚碰到 Capsule 底部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33797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大小不对只调 Model 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333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726" y="55794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333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55167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Player → 取消勾选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Mesh Renderer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灰色胶囊消失，只看到模型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223760" y="1737360"/>
            <a:ext cx="4416552" cy="164592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1938528"/>
            <a:ext cx="395935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为什么这样？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9792" y="23808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71816" y="231419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Collider · 物理不变 → 操作不变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79792" y="266661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71816" y="2599944"/>
            <a:ext cx="3739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模型随时可以换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 6 · 25 分钟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 AI、检验、变成自己的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AI 获得玩家移动脚本，变成自己理解的代码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用提问模板提问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五项检验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每行用自己的话写注释 · AI 使用记录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提问模板 — 直接复制使用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都可以。[环境] 这一行最重要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971800"/>
          </a:xfrm>
          <a:prstGeom prst="roundRect">
            <a:avLst>
              <a:gd name="adj" fmla="val 2462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[环境] Unity 6.3 LTS · URP · 英文编辑器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只使用 New Input System（不要使用 UnityEngine.Input 类）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[情况] 俯视角 3D 游戏。玩家是 Capsule + Rigidbody。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模型是 Player 的子物体 Model。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[想要] 用 WASD / 方向键移动玩家的 C# 脚本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[条件] 新手用。类名 PlayerMove。每行加中文注释。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Rigidbody 使用 linearVelocity。移动时 Model 朝向移动方向。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[说明] 代码下面按步骤写出在 Unity 里挂载和设置的方法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提问模板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行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为什么需要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[环境]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常给旧版本代码。必须写死版本 · 输入方式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[情况]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看不到你的场景。要用文字说明物体结构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[条件]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规定名称 · 注释 · 难度，更容易直接使用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检验得到的代码 — 五项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有一项不通过，挂载前就再问一次 AI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5422392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#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检查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不通过时这样再问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没有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Input.GetKey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Input.GetAxis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“不要用 Input 类，改成 Keyboard.current”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Rigidbody 速度用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linearVelocity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（不是 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velocity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“改成 Unity 6 的名称（linearVelocity）”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548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 class</a:t>
                      </a:r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后的名称 = </a:t>
                      </a:r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文件名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让文件名与类名一致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没有看不懂的行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“请给新手解释第○行是什么意思”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挂上后 ▶ Play → Console 没有红色错误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复制完整错误信息去问（下一页）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项最重要。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自己解释不了的代码，不放进自己的游戏。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挂到 Unity 上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文件名与类名不同就无法挂载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Scripting &gt; MonoBehaviour 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命名为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（大小写也要一致）→ Enter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12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589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12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31160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全部删除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原内容，粘贴得到的代码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43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4893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43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61512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回到 Unity，把 PlayerMove 拖到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735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1966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73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991864"/>
            <a:ext cx="64008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把子物体 Model 拖到 Inspector 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 → ▶ Play → WASD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867912" cy="27432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938528"/>
            <a:ext cx="34107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出错时怎么问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2843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2330704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复制 Console 红字的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完整句子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2843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0456" y="2633218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粘贴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整个脚本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2843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0456" y="2935732"/>
            <a:ext cx="31912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一句话说明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做了什么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之后出错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4663440"/>
            <a:ext cx="3867912" cy="109728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01000" y="47731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28432" y="520827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0456" y="5138928"/>
            <a:ext cx="319125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WASD 能移动，模型朝向移动方向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对照用参考答案 — PlayerMove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 的答案不必完全一样。通过五项检验即可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玩家移动（WASD · 方向键）— 用于俯视角 3D 游戏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挂载位置：玩家（需要 Rigidbody + Collider）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每秒移动速度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朝向移动方向的模型（子物体，可留空）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model;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锁定旋转，碰撞时不会倒下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0f, v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h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h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(kb.wKey.isPressed || kb.upArrowKey.isPressed) v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(kb.sKey.isPressed || kb.downArrowKey.isPressed) v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= new Vector3(h, 0f, v).normalized;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让模型转向移动方向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(model != null &amp;&amp; input != Vector3.zero) model.forward = input;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   // 保留下落速度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变成自己的 — 重写注释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删掉 AI 写的注释，用自己的话重写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2331720"/>
          </a:xfrm>
          <a:prstGeom prst="roundRect">
            <a:avLst>
              <a:gd name="adj" fmla="val 313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400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我的说明：按键方向 × 速度 = 这一帧要移动的速度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vel = input * speed;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我的说明：上下（Y）速度保留原值，这样跳跃 · 下落不会被打断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vel.y = rb.linearVelocity.y;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8" name="Shape 6"/>
          <p:cNvSpPr/>
          <p:nvPr/>
        </p:nvSpPr>
        <p:spPr>
          <a:xfrm>
            <a:off x="763560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709928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每行用自己的话写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做什么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221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606" y="2268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40280"/>
            <a:ext cx="350215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解释不了的行 → 问 AI → 理解后再写注释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285064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5606" y="289672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850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68930"/>
            <a:ext cx="350215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改改数字（speed 等）看结果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76272" y="4399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68296" y="4325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期末演示时要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亲自讲解自己脚本的一部分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。从今天开始这样练习。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 使用记录（一行示例）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PlayerMove 移动脚本（使用提问模板）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得到 → 我改了什么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要求把 velocity 改成 linearVelocity · speed 5→7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实操 6 · 选做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（选做）摄像机跟随玩家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这次自己填提问模板去问。下面是对照用的例子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6583680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摄像机保持一定距离跟随玩家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挂载位置：Main Camera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CameraFollow : MonoBehaviour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跟随目标（玩家）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target;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目标到摄像机的距离（向上 10，向后 8）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Vector3 offset = new Vector3(0f, 10f, -8f);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跟随平滑度（越大跟得越快）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smooth = 5f;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LateUpdate()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(target == null)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goal = target.position + offset;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k = smooth * Time.deltaTime;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 = Vector3.Lerp(transform.position, goal, k);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transform.LookAt(target);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CameraFollow.cs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70992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只改 [想要] 一栏来提问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924558"/>
            <a:ext cx="33192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例：摄像机从上方 · 后方平滑跟随玩家的脚本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2707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486" y="23168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270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89048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五项检验 → 挂到 Main Camera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2801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486" y="28471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0" y="2801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819400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Player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Target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 → ▶ Play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3331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486" y="33775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3331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349752"/>
            <a:ext cx="331927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改改 Offset 数字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今天结束时应该有的东西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没做完就作为作业继续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一页策划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表格全部填好 · 规模检查全是“是”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614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670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新项目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700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Final_学号 · _Project 文件夹 · Play 场景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6027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511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至少 1 个素材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5112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已导入并放进 Play 场景 · 已记入素材清单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4439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352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能移动的玩家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3525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换上模型的 Player 能用 WASD 移动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852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5193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行 AI 使用记录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5193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问了什么 · 得到什么 · 改了什么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从上往下检查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现象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解决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Package Manager 的 My Assets 是空的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确认编辑器左上角账号与 Asset Store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是同一个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点窗口上方刷新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素材是粉色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Window &gt; Rendering &gt; Render Pipeline Converter → Built-in to URP → Material Upgrade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导入后出现红色错误（素材文件夹里的脚本）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删除错误指向的素材的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Scripts · Demo 文件夹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。只留模型 · 贴图 · 材质就够了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 时出现 InvalidOperationException … Input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某个脚本用了旧 Input 类 → 改成 Keyboard.current 或删除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脚本挂不上物体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文件名 = 类名吗 · Console 有没有红色错误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玩家会倒下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勾选 Rigidbody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Constraints &gt; Freeze Rotation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X · Y · Z（参考代码已自动设置）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模型陷进地面或悬空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只调子物体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Model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的 Position Y（Player 不动）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作业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期末项目第 1 阶段作业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11/9（周一）上课前提交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交什么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到期末的日程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评价角度 · 规则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本次作业 — 五项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整理成一个 PDF（项目笔记）提交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608990" y="1870862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一页策划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表格全部填写 + 规模检查结果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608990" y="2657246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5237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2374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个以上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候选，其中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个以上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导入并放进场景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" y="34436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第一个操作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3101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换上模型的玩家能移动（自己游戏的核心操作）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0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90" y="4230014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96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使用记录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0965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行以上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（问了什么 · 得到什么 · 我改了什么 · 理解的内容）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9560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C96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990" y="5016398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8828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截图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8828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视图 1 张 + Game 视图（▶ Play 中）1 张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88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76272" y="59542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58795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格式在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项目笔记模板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文件里。填好后存为 PDF → 提交到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LMS 第 9 周作业栏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到期末的日程（计划）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每周完成一件事。可能根据进度调整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83484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日期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要完成的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9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策划 · 新项目 · 首次导入素材 · 第一个操作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10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11/9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核心规则 · 胜负（能玩完一局）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11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11/16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换上素材 · 制作地图（关卡）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12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11/23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三个画面 · 声音 · 特效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13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11/30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试玩 · 难度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14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12/7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修 bug · 打磨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15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12/14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收尾 · Windows 打包 · 演示练习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16 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12/21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期末演示（期末考试）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期末完成标准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在期中四项基础上，增加“素材 · 记录 · 讲解自己的代码”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与期中相同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0676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 — 标题 → 游戏 → 结果 → RETRY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671572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596896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 — 标题 · HUD · 结果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298246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07792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 — 得分 · 成功 · 失败有声音 + 特效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29336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18688"/>
            <a:ext cx="480974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 — 用 .exe 演示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这次增加的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23606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新游戏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与期中不同的新项目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1384" y="26715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59689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使用素材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使用自己挑选并导入的素材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1384" y="29824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907792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两种记录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素材清单 · AI 使用记录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32933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218688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讲解自己的代码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演示时打开自己脚本的一部分讲解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6509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评价按上述项目的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角度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进行。不按游戏类型 · 素材是否华丽来区分分数。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帮助随便用，游戏亲手做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在这张表的范围内什么都可以用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OK — 尽管用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NO — 只有这些不行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素材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 · 贴图 · 材质 · 声音 · 特效 · 字体 · UI 图片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导入完整游戏模板 · 套件只改名字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AI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提问 · 讲解 · 解决错误 · 小脚本 · 点子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让 AI 整个做出游戏 · 放入自己解释不了的代码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课程资料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复用课上发的 GameManager 等脚本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拿别的同学的项目 · 代码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用过的全部记到清单 · 记录里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用了却不记录</a:t>
                      </a:r>
                      <a:endParaRPr lang="en-US" sz="13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拿不准时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用之前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先问。问过的不会有问题。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记录格式 — 各一行示例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模板文件里有同样的表格。每次使用后马上记录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素材清单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017520"/>
                <a:gridCol w="1828800"/>
                <a:gridCol w="25877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类型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来源 · 网址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许可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用在哪里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(Robot Kit)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kenney.nl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CC0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玩家模型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使用记录</a:t>
            </a:r>
            <a:endParaRPr lang="en-US" sz="15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468880"/>
                <a:gridCol w="338328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日期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工具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得到 → 我改了什么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理解的内容（自己的话）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11/2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ChatGPT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WASD 移动脚本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要求 velocity → linearVelocity · speed 7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保留 Y 速度，下落才不会中断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76272" y="49484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368296" y="48737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括号中的素材名称 · 工具只是例子。不要整段粘贴 AI 的回答，要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作业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提交前检查 · 常见问题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11/9（周一）上课前提交到 LMS 第 9 周作业栏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181470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 PDF 里包含策划 · 素材清单 · AI 记录 · 2 张截图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" y="213398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056638"/>
            <a:ext cx="544982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文件名：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게임엔진기초_9주차_学号_姓名.pdf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76072" y="245325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2375916"/>
            <a:ext cx="544982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已把项目文件夹（Assets · Packages · ProjectSettings）备份到 U 盘或云盘</a:t>
            </a:r>
            <a:endParaRPr lang="en-US" sz="14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480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6207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问题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回答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能继续做期中的游戏吗？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这次期末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全部做新项目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可以用付费素材吗？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不需要花钱，免费的就够了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能直接用 AI 给的代码吗？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通过五项检验，并且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自己能解释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就可以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能把素材上传到 GitHub 吗？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不要把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Asset Store 素材文件上传到公开仓库（打包后的游戏可以）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2026-11-01T18:14:40Z</dcterms:created>
  <dcterms:modified xsi:type="dcterms:W3CDTF">2026-11-01T18:14:40Z</dcterms:modified>
</cp:coreProperties>
</file>