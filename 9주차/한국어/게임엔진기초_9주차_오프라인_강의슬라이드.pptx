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d83fcae9-bf4d-e3b3-b830-1685ec1382b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원칙" id="{26225e15-b778-9d80-9d1b-24537f410042}">
          <p14:sldIdLst>
            <p14:sldId id="262"/>
            <p14:sldId id="263"/>
            <p14:sldId id="264"/>
          </p14:sldIdLst>
        </p14:section>
        <p14:section name="에셋" id="{f31eb1cb-e498-6f33-eac8-a78d87efd5d2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AI" id="{412d233f-3834-b39d-f475-334d70885dd2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과제" id="{b6bad598-8a87-8b6c-8ef6-8dcc97b1c38c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중간 시연으로 한 판 · 화면 3개 · 반응 · 빌드의 흐름을 모두 한 번씩 경험했습니다. 기말은 그 흐름을 새 게임으로 다시 처음부터 해 보되, 에셋스토어와 AI를 도구로 쓰는 법을 더합니다. 핵심 메시지는 '도움은 얼마든지, 게임은 내 손으로'입니다.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강의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강의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슬라이드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9주차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프로젝트 시작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에셋과 AI를 쓰되, 내 손으로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새 프로젝트로 두 번째 게임을 만듭니다. 이번에는 재료(에셋)와 조수(AI)를 쓰는 법을 함께 배웁니다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12/14 (월)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오리엔테이션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오늘 답할 질문 네 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질문마다 실습이 붙어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기말은 무엇을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언제까지?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게임 1개 · 12/14 시연. 중간의 4가지 + 에셋 · 기록 · 내 코드 설명.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74136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02736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02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빌려 쓰고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내가 하나?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602736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재료와 조언은 빌리고, 게임의 규칙과 조립은 내가 한다.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83096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2823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에셋은 어떻게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찾고 가져오나?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· URP 호환 확인 → 내 에셋에 담기 → Package Manager로 가져오기.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25128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3728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9308592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5372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어떻게 묻고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확인하나?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253728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 → 다섯 가지 검증 → 내 말로 주석 · 기록.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368296" y="53766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목표: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1페이지 + 새 프로젝트 + 에셋 1개 + 움직이는 플레이어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오리엔테이션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오늘의 시간표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개념은 짧게, 실습은 길게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4480560"/>
                <a:gridCol w="13990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슬라이드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기말 안내 · 원칙 (20분)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1 · 1페이지 기획 (30분)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2~5쪽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 — 고르기 · 가져오기 · 분홍색 (12분)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2 · 새 프로젝트 (8분)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3 · 4 · 5 · 에셋 담기 · 가져오기 · 모델 입히기 (30분)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6~18쪽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— 잘하는 것 · 틀리는 것 · 묻는 법 (13분)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6 · AI로 첫 스크립트 (27분)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과제 안내 (10분)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19~25쪽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477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542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4681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쉬는 시간은 1교시 뒤 10분, 2교시 뒤 10분. 실습 4의 다운로드는 시간이 걸리니 2교시 시작하자마자 받아 둡니다.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기말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왜 새 프로젝트로 다시 시작하나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중간 게임을 고치는 것보다 '처음부터 한 번 더'가 더 많이 남습니다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7872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2020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번째는 빠르다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632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만들기 · 화면 3개 · GameManager · 빌드를 이미 한 번 해 봤습니다. 이번엔 같은 일을 훨씬 빨리 끝내고, 남는 시간을 게임 자체에 씁니다.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47872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81144" y="2020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에셋을 고려한다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0632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중간은 회색 큐브로 시작해 나중에 꾸몄습니다. 이번엔 기획 단계부터 '어떤 에셋을 쓸지'를 정하고 시작합니다.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547872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330184" y="2020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같은 출발선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632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이어서 하는 사람과 새로 하는 사람이 섞이면 수업 진도를 맞추기 어렵습니다. 모두 새 프로젝트로 같은 일정을 갑니다.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4315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76272" y="54970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368296" y="54223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프로젝트는 지우지 말고 보관하세요.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같은 내 스크립트는 다시 가져와 써도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기말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 완성 기준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중간의 네 가지에 '새 게임 · 에셋 · 기록 · 내 코드 설명'이 더해집니다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중간과 같은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363343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 — 타이틀 → 플레이 → 결과 → RETRY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" y="2682621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05278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 — 타이틀 · HUD · 결과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" y="3001899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24556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— 득점 · 성공 · 실패에 소리 + 이펙트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" y="3321177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43834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 — .exe로 시연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DF0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이번에 더해지는 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1384" y="236334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286000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게임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중간과 다른 새 프로젝트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01384" y="268262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605278"/>
            <a:ext cx="471830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활용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직접 고르고 가져온 에셋을 게임에 사용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501384" y="324497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3167634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2종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에셋 목록 · AI 사용 기록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01384" y="3564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486912"/>
            <a:ext cx="471830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코드 설명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시연 때 내 스크립트 한 부분을 열어 설명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660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725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6509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평가는 이 항목들을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보는 관점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합니다. 게임 종류나 에셋이 얼마나 화려한지로 점수를 나누지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기말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기말까지 6주 — 한 주에 하나씩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계획입니다. 진행에 따라 조정할 수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63040" cy="2743200"/>
          </a:xfrm>
          <a:prstGeom prst="roundRect">
            <a:avLst>
              <a:gd name="adj" fmla="val 7500"/>
            </a:avLst>
          </a:prstGeom>
          <a:solidFill>
            <a:srgbClr val="FDF0E4"/>
          </a:solidFill>
          <a:ln w="25400">
            <a:solidFill>
              <a:srgbClr val="E07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38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9주차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69748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· 에셋 첫 사용 · 첫 조작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39696" y="1828800"/>
            <a:ext cx="1463040" cy="2743200"/>
          </a:xfrm>
          <a:prstGeom prst="roundRect">
            <a:avLst>
              <a:gd name="adj" fmla="val 7500"/>
            </a:avLst>
          </a:prstGeom>
          <a:solidFill>
            <a:srgbClr val="F3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49424" y="1938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9424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269748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규칙 · 승패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730752" y="1828800"/>
            <a:ext cx="1463040" cy="2743200"/>
          </a:xfrm>
          <a:prstGeom prst="roundRect">
            <a:avLst>
              <a:gd name="adj" fmla="val 7500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40480" y="1938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11/16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69748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입히기 · 맵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321808" y="1828800"/>
            <a:ext cx="1463040" cy="2743200"/>
          </a:xfrm>
          <a:prstGeom prst="roundRect">
            <a:avLst>
              <a:gd name="adj" fmla="val 7500"/>
            </a:avLst>
          </a:prstGeom>
          <a:solidFill>
            <a:srgbClr val="F3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31536" y="1938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31536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11/23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31536" y="269748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 · 소리 · 이펙트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12864" y="1828800"/>
            <a:ext cx="1463040" cy="2743200"/>
          </a:xfrm>
          <a:prstGeom prst="roundRect">
            <a:avLst>
              <a:gd name="adj" fmla="val 7500"/>
            </a:avLst>
          </a:prstGeom>
          <a:solidFill>
            <a:srgbClr val="F3F5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22592" y="1938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13주차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11/30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9748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플레이테스트 · 난이도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503920" y="1828800"/>
            <a:ext cx="1463040" cy="2743200"/>
          </a:xfrm>
          <a:prstGeom prst="roundRect">
            <a:avLst>
              <a:gd name="adj" fmla="val 7500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13648" y="1938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14주차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13648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12/7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13648" y="269748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· 빌드 · 연습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094976" y="1828800"/>
            <a:ext cx="1463040" cy="2743200"/>
          </a:xfrm>
          <a:prstGeom prst="roundRect">
            <a:avLst>
              <a:gd name="adj" fmla="val 7500"/>
            </a:avLst>
          </a:prstGeom>
          <a:solidFill>
            <a:srgbClr val="FCEA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04704" y="1938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15주차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04704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12/14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204704" y="269748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176272" y="51313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68296" y="505663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10주차까지 '한 판이 도는 회색 게임'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되면 나머지는 꾸미기와 다듬기입니다. 에셋 꾸미기를 먼저 하면 일정이 무너집니다.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원칙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도움은 얼마든지, 게임은 내 손으로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과목에서 가장 중요한 것은 '내 힘으로 끝까지 만들어 보기'입니다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7872" cy="2651760"/>
          </a:xfrm>
          <a:prstGeom prst="roundRect">
            <a:avLst>
              <a:gd name="adj" fmla="val 4138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547872" cy="1097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재료는 빌린다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· 소리 · 이펙트는 에셋으로. 직접 만들지 않아도 됩니다.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47872" cy="2651760"/>
          </a:xfrm>
          <a:prstGeom prst="roundRect">
            <a:avLst>
              <a:gd name="adj" fmla="val 4138"/>
            </a:avLst>
          </a:prstGeom>
          <a:solidFill>
            <a:srgbClr val="F3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783080"/>
            <a:ext cx="3547872" cy="109728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조언은 빌린다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06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것 · 에러는 AI와 검색으로. 혼자 끙끙대지 않아도 됩니다.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47872" cy="2651760"/>
          </a:xfrm>
          <a:prstGeom prst="roundRect">
            <a:avLst>
              <a:gd name="adj" fmla="val 4138"/>
            </a:avLst>
          </a:prstGeom>
          <a:solidFill>
            <a:srgbClr val="F3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783080"/>
            <a:ext cx="3547872" cy="109728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게임은 내가 만든다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606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· 어떻게 할지 정하고, 조립하고, 코드를 설명할 수 있어야 합니다.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837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76272" y="4902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368296" y="4828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기준 하나: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부분, 내가 설명할 수 있나?"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설명할 수 있으면 내 것입니다.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원칙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되는 것 · 안 되는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애매하면 쓰기 전에 물어보세요. 물어본 것은 문제가 되지 않습니다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469087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OK — 마음껏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 — 이것만은 안 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· 텍스처 · 재질 · 사운드 · 이펙트 · 폰트 · UI 그림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완성된 게임 템플릿 · 키트를 가져와 이름만 바꾸기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 · 설명 · 에러 해결 · 작은 스크립트 · 아이디어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 전체를 통째로 만들게 하기 · 설명할 수 없는 코드 넣기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수업 자료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등 수업에서 받은 스크립트 재사용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다른 학생의 프로젝트 · 코드 가져오기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쓴 것은 전부 목록 · 기록에 적기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쓰고도 적지 않기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60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725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509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기록은 '감시'가 아니라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무엇을 했는지 보여 주는 증거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많이 썼어도 잘 기록했다면 문제없습니다.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실습으로 전환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07A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71600"/>
            <a:ext cx="868680" cy="868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 — 기말 게임 1페이지 기획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중간과 다른 새 게임을 정하고, 양식을 채우고, 크기를 점검합니다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28016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 2~5쪽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8953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여섯 가지는 참고용입니다. 범위 안이면 자유 주제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에셋 칸을 꼭 채우세요 — 2교시에 바로 찾습니다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449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크기 점검에서 '아니오'가 나오면 지금 줄이세요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개념 12분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— 게임의 재료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고르는 법 · 가져오는 법 · 분홍색 고치는 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구하나 · 무엇을 고르나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웹에서 담기 → 에디터에서 가져오기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분홍색 = Built-in 재질 → URP로 변환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94560" y="5394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9673" y="54300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194560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53492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겉모습만 바꾸기 — 모델을 자식으로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어디서 구하나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수업에서는 두 곳을 기본으로 씁니다. 소리는 6주차에 쓴 곳 그대로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Asset Store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24384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63724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assetstore.unity.com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Unity 공식 에셋 마켓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7492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74620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필터로 무료만 보기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306019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85516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계정으로 '내 에셋'에 담고 에디터에서 가져옴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3710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96412"/>
            <a:ext cx="471830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라이선스: 대부분 Standard Unity Asset Store EULA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938528"/>
            <a:ext cx="4937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01384" y="24384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363724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kenney.nl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무료 게임 에셋 모음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01384" y="27492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674620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CC0(퍼블릭 도메인) — 출처 표기 의무 없음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01384" y="306019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2985516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zip으로 받아 FBX 파일을 끌어 넣기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01384" y="33710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296412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스타일이 통일된 키트 단위라 섞어 쓰기 좋음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3766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 · sfxr.me · Pixabay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(6주차와 같음). 어디서 받든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목록에 출처를 적습니다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(CC0여도).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무엇을 고르나 — 네 가지 확인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예쁜 것보다 '내 프로젝트에서 바로 돌아가는 것'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414223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이유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어디서 보나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돈을 쓸 필요가 없습니다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검색 필터 Pricing → Free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URP 호환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우리 프로젝트는 URP. 호환이 아니면 분홍색으로 깨질 수 있음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상품 페이지 Render pipeline compatibility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용량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1GB가 넘으면 가져오기 · 빌드가 느려짐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상품 페이지 File size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재료인가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완성된 게임 템플릿은 금지 (내 게임이 아니게 됨)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이름에 Template · Complete Project · Kit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2395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poly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검색하면 가볍고 스타일이 단순한 모델이 많습니다. 서로 다른 에셋을 섞을 때도 덜 어색합니다.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가져오는 흐름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웹에서 담고 → 에디터에서 받습니다. 에디터 안에는 Asset Store 창이 없습니다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assetstore.unity.com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· 확인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60320" y="283464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71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to My Assets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(무료 · 라이선스 동의)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5F4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Package Management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Package Manager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0" y="283464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6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5F4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Assets → Download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Import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418320" y="283464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5F4E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29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아래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 확인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DF0E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471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76272" y="4536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368296" y="44622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6.3의 메뉴는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Package Management &gt; Package Manager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예전 자료의 Window &gt; Package Manager와 같은 창입니다.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176272" y="504444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68296" y="4969764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Kenney는 웹에서 zip을 받아 FBX를 Project 창에 끌어 넣으면 끝입니다.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분홍색 — 가장 흔한 문제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Built-in 렌더 파이프라인용 재질을 URP 프로젝트에 가져오면 셰이더를 못 찾아 분홍색이 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FF4F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Built-in 재질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(셰이더 없음)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2834640"/>
            <a:ext cx="411480" cy="292608"/>
          </a:xfrm>
          <a:prstGeom prst="rightArrow">
            <a:avLst/>
          </a:prstGeom>
          <a:solidFill>
            <a:srgbClr val="8C96A1"/>
          </a:solidFill>
          <a:ln/>
        </p:spPr>
      </p:sp>
      <p:sp>
        <p:nvSpPr>
          <p:cNvPr id="8" name="Shape 6"/>
          <p:cNvSpPr/>
          <p:nvPr/>
        </p:nvSpPr>
        <p:spPr>
          <a:xfrm>
            <a:off x="3977640" y="178308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8C96A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77640" y="17830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 Lit 재질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(정상)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86600" y="1783080"/>
            <a:ext cx="4553712" cy="2377440"/>
          </a:xfrm>
          <a:prstGeom prst="roundRect">
            <a:avLst>
              <a:gd name="adj" fmla="val 4615"/>
            </a:avLst>
          </a:prstGeom>
          <a:solidFill>
            <a:srgbClr val="F3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0" y="1984248"/>
            <a:ext cx="40965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고치는 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42632" y="244576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34656" y="2376424"/>
            <a:ext cx="387705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Rendering &gt; Render Pipeline Converter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Built-in to URP → Material Upgrade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42632" y="317576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34656" y="3106420"/>
            <a:ext cx="387705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재질만 골라서: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Rendering &gt; Materials &gt; Convert Selected Built-in Materials to URP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DF0E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17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76272" y="4582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368296" y="45079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변환해도 분홍색이면 그 에셋이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자기만의 셰이더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쓰는 것 → 자동 변환이 안 됩니다.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에셋으로 바꾸는 것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가장 빠릅니다.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76272" y="509016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68296" y="5015484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고를 때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 Compatible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먼저 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겉모습만 바꾸기 — 모델은 자식으로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물리 · 충돌은 회색 오브젝트가, 겉모습은 모델이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1645920"/>
          </a:xfrm>
          <a:prstGeom prst="roundRect">
            <a:avLst>
              <a:gd name="adj" fmla="val 4444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94560"/>
            <a:ext cx="6364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         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Capsule · Rigidbody · Collider · 스크립트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(Mesh Renderer만 끔)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Model          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가져온 모델 (겉모습만)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783080"/>
            <a:ext cx="4050792" cy="3200400"/>
          </a:xfrm>
          <a:prstGeom prst="roundRect">
            <a:avLst>
              <a:gd name="adj" fmla="val 3429"/>
            </a:avLst>
          </a:prstGeom>
          <a:solidFill>
            <a:srgbClr val="F3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18120" y="1984248"/>
            <a:ext cx="359359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45552" y="24511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37576" y="2376424"/>
            <a:ext cx="3374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크기 · 방향이 이상해도 Model만 조절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45552" y="299669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37576" y="2922016"/>
            <a:ext cx="3374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조작 · 충돌이 그대로 → 회색 게임에서 만든 규칙이 안 깨짐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45552" y="354228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37576" y="3467608"/>
            <a:ext cx="3374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교체가 쉬움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" y="373494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657600"/>
            <a:ext cx="654710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10주차에 회색으로 규칙을 완성하고, 11주차에 이 방법으로 하나씩 갈아입힙니다.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76072" y="429729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" y="4219956"/>
            <a:ext cx="65471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오늘은 플레이어 하나만 연습합니다.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368296" y="53766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라이선스: Asset Store 에셋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자체를 다른 사람에게 나눠 주거나 공개 저장소에 올리지 않습니다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빌드한 게임은 괜찮습니다.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실습으로 전환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07A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71600"/>
            <a:ext cx="868680" cy="868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2~5 — 새 프로젝트 · 에셋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프로젝트를 만들고, 에셋을 담아 가져오고, 플레이어에 모델을 입힙니다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28016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 6~18쪽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8953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다운로드가 오래 걸리면 기다리는 동안 다음 단계(Kenney)를 먼저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분홍색이 나와도 당황하지 말고 실습 4의 변환 쪽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449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오늘은 에셋 1~2개면 충분합니다. 쇼핑에 시간을 쓰지 않습니다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개념 13분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— 질문 잘하는 조수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잘하는 것 · 자주 틀리는 것 · 묻는 법 · 확인하는 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내 씬을 못 보고, 옛 버전을 자주 섞는다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양식: 환경 · 상황 · 원하는 것 · 조건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검증 → 내 말로 주석 · 기록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AI가 잘하는 것 · 못하는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ChatGPT · Gemini · Claude 모두 비슷합니다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잘한다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244373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6372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개념을 쉬운 말로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277139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9138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메시지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원인 후보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309905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01904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스크립트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" y="342671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34670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· 이름 · 문구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938528"/>
            <a:ext cx="4937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틀린다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01384" y="244373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36372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옛 버전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코드와 메뉴를 섞어서 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01384" y="277139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69138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씬 · Inspector 상태를 모름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01384" y="309905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301904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틀린 답도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 있게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말함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01384" y="342671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34670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· 패키지 이름을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지어냄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477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542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468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답은 '정답'이 아니라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'검증할 초안'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Unity 6에서 AI가 자주 틀리는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AI가 배운 자료에는 예전 버전이 많습니다. 이 표만 알아도 대부분 걸러집니다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32278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AI가 자주 주는 것 (예전)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Unity 6.3 · 우리 수업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그대로 쓰면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Input.GetKey · Input.GetAxis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Keyboard.current · Mouse.current (New Input System)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Play하면 InvalidOperationException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rb.velocity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rb.linearVelocity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옛 이름 — 경고 또는 자동 변환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FindObjectOfType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FindFirstObjectByType · FindAnyObjectByType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옛 이름 — 경고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File &gt; Build Settings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File &gt; Build Profiles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메뉴가 안 보임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GameObject &gt; UI &gt; 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GameObject &gt; UI (Canvas) &gt; Text - TextMeshPro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 이름이 다름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Window &gt; Package Manager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Window &gt; Package Management &gt; Package Manager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 위치가 다름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질문 첫 줄에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"Unity 6.3 LTS · URP · New Input System만"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꼭 씁니다.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질문 양식 — 네 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AI는 내 화면을 볼 수 없습니다. 글로 보여 줘야 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7315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0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[환경]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7830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 · URP · 영문 에디터 · New Input System만 (Input 클래스 금지)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51760"/>
            <a:ext cx="109728" cy="731520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51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[상황]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6517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게임 · 어떤 오브젝트에 무엇이 붙어 있는지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20440"/>
            <a:ext cx="109728" cy="731520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39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[원하는 것]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520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만들고 싶은 동작 한 가지 (여러 개를 한 번에 묻지 않기)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389120"/>
            <a:ext cx="109728" cy="731520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389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E0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3891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초보자용 · 클래스 이름 · 줄마다 주석 · 붙이는 순서도 설명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477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76272" y="5542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368296" y="5468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에러를 물을 때: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 에러 전체 문장 + 스크립트 전체 + 무엇을 했더니 났는지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가지를 함께.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받은 답 확인 — 다섯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붙이기 전에 1~4, 붙인 뒤에 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65376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3736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클래스가 없다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73736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Input.GetKey · GetAxis가 있으면 다시 요청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" y="26151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4871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linearVelocity를 쓴다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8716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velocity면 Unity 6 이름으로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" y="3364992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2369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이름 = 파일 이름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236976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다르면 붙지 않는다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599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" y="4114800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98678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줄이 없다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98678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"○번째 줄 설명해 줘" → 이해한 뒤 사용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8097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864608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7365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→ 빨간 에러 없음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4736592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있으면 에러 전체를 복사해 다시 질문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751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76272" y="58171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574243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4번이 핵심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설명할 수 없는 코드는 넣지 않습니다. 그리고 AI가 단 주석은 지우고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말로 다시 씁니다.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에디터 안의 Unity AI는?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6.3에도 AI(Assistant · Generators)가 있지만, 이 수업의 필수 도구로는 쓰지 않습니다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6858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 (확인 시점: 2026년 5월 Unity 공식 블로그)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무엇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에디터 툴바의 AI 버튼 → Assistant(질문 · 계획 · 작업 수행) · Generators(스프라이트 · 텍스처 · 애니메이션 · 소리 생성)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오픈 베타 — 기능 · 제공 방식이 예고 없이 바뀔 수 있음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Personal 라이선스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처음 14일 동안 무료 크레딧 1,000 — 그 뒤 계속 쓰는 조건은 플랜에 따라 다르고 바뀔 수 있음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9743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0398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49651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학기 내내 무료로 쓰기 어렵기 때문에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브라우저의 일반 AI 챗봇을 기본 도구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씁니다. 써 보는 것은 자유이며, 쓰면 기록에 적습니다.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76272" y="554736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68296" y="5472684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기능처럼 씬을 대신 고치는 기능은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'게임을 통째로 만들게 하기'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 가까우니 주의하세요.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실습으로 전환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07A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71600"/>
            <a:ext cx="868680" cy="868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6 — AI로 첫 스크립트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플레이어 이동 스크립트를 질문 양식으로 받고, 검증하고, 내 말로 주석을 씁니다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28016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 19~25쪽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8953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양식을 복사해서 그대로 써도 됩니다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답이 예시 답과 달라도 다섯 가지 검증을 통과하면 OK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449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끝나면 AI 사용 기록 한 줄을 바로 적기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이번 주 과제 — 11/9(월) 수업 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프로젝트 노트(PDF) 하나로 제출. 자세한 내용은 과제 안내 슬라이드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71597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낼 것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기획 1페이지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양식의 모든 칸 + 크기 점검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 목록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후보 5개 이상 · 그중 3개 이상 가져와 씬에 배치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첫 조작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모델을 입힌 플레이어가 움직임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사용 기록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2줄 이상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스크린샷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Scene 뷰 1장 + Game 뷰(Play 중) 1장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766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주(10주차) 목표는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'한 판이 도는 회색 게임'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핵심 규칙을 미리 생각해 오세요.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2026-11-01T18:09:41Z</dcterms:created>
  <dcterms:modified xsi:type="dcterms:W3CDTF">2026-11-01T18:09:41Z</dcterms:modified>
</cp:coreProperties>
</file>