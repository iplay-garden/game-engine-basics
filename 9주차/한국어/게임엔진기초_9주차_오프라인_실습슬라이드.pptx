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34a21ac-7a1a-0a7b-89db-caa5224f5d4d}">
          <p14:sldIdLst>
            <p14:sldId id="256"/>
          </p14:sldIdLst>
        </p14:section>
        <p14:section name="실습 1" id="{6c1f8af9-aa5e-f7af-4284-63d44c26cd0a}">
          <p14:sldIdLst>
            <p14:sldId id="257"/>
            <p14:sldId id="258"/>
            <p14:sldId id="259"/>
            <p14:sldId id="260"/>
          </p14:sldIdLst>
        </p14:section>
        <p14:section name="실습 2" id="{a27e13f5-96c8-5aa0-d28b-43b1a0d0a800}">
          <p14:sldIdLst>
            <p14:sldId id="261"/>
            <p14:sldId id="262"/>
            <p14:sldId id="263"/>
          </p14:sldIdLst>
        </p14:section>
        <p14:section name="실습 3" id="{ad72699a-e767-f3b4-c674-748ddfbbad49}">
          <p14:sldIdLst>
            <p14:sldId id="264"/>
            <p14:sldId id="265"/>
            <p14:sldId id="266"/>
          </p14:sldIdLst>
        </p14:section>
        <p14:section name="실습 4" id="{360e9159-bc9a-30a1-e917-a2e2d6d630fe}">
          <p14:sldIdLst>
            <p14:sldId id="267"/>
            <p14:sldId id="268"/>
            <p14:sldId id="269"/>
            <p14:sldId id="270"/>
            <p14:sldId id="271"/>
          </p14:sldIdLst>
        </p14:section>
        <p14:section name="실습 5" id="{8a9ce006-96ba-7a78-2c8f-bec53218b135}">
          <p14:sldIdLst>
            <p14:sldId id="272"/>
            <p14:sldId id="273"/>
          </p14:sldIdLst>
        </p14:section>
        <p14:section name="실습 6" id="{3c32b818-4af8-ca65-9d50-aff34384af96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마무리" id="{85dbc78a-a975-4952-2139-8aa1e57f9082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9주차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9주차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9주차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920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프로젝트 시작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97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· 에셋 · AI 첫 사용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6576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프로젝트에서 에셋을 가져오고, AI로 받은 코드를 내 것으로 만들어 플레이어를 움직입니다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버전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영문 버전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 · 30분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게임 1페이지 기획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중간과 다른 새 게임. 혼자 5주 안에 끝낼 수 있는 크기로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정하기 — 규칙이 한 문장으로 설명되는가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1페이지 양식 채우기 — 조작 · 승패 · 화면 · 필요한 에셋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크기 점검 — 너무 크면 줄인다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어떤 게임이 좋을까 — 에셋을 쓰기 좋은 게임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예시일 뿐입니다. 범위 안이면 자유 주제도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맵을 돌아다니며 코인 · 보석을 모은다. 시간 안에 다 모으면 성공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에셋: 캐릭터 · 소품 모델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피하기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떨어지거나 날아오는 장애물을 피해 오래 버틴다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에셋: 장애물 · 배경 모델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73736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532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탑다운 슈팅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다가오는 적을 쏘아 맞힌다. 기지를 지키거나 웨이브를 버틴다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에셋: 적 · 총알 · 이펙트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미로 탈출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297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열쇠를 찾아 출구까지. 함정 · 추격자 추가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120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에셋: 벽 · 바닥 타일 키트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374904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2628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타임어택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297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체크포인트를 순서대로 지나 가장 빨리 도착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26280" y="5120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에셋: 차량 · 도로 키트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3749040"/>
            <a:ext cx="3547872" cy="182880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532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디펜스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297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길을 따라오는 적을 타워로 막는다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5120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에셋: 타워 · 적 · 지형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때 만든 게임과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게임은 안 됩니다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새 프로젝트 · 새 기획으로 시작합니다.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1페이지 기획 양식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과제 템플릿 파일에 같은 양식이 있습니다. 오늘은 칸을 다 채우는 것이 목표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쓰는 법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 (수집 게임)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 이름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영어로 (UI 글자에 그대로 씀)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줄 소개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누가 · 무엇을 · 어떻게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로봇이 60초 안에 코인 20개를 모은다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· 마우스 몇 개만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 이동 · Space 점프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성공 · 실패 · 점수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숫자로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20개 모으면 성공 · 60초 지나면 실패 · 코인 +10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화면 3개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타이틀 · HUD · 결과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카메라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 또는 따라가기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위에서 비스듬히, 플레이어를 따라감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 · 배경 · 대상 · 소리 · 이펙트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 모델 · 바닥 타일 · 코인 · 획득음 · 반짝이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게임 이름 · 숫자는 양식 설명용입니다. 내 게임에 맞게 정하세요.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크기 점검 — 5주 안에 혼자 끝낼 수 있나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'아니오'면 줄입니다. 줄인 게임이 끝까지 가는 게임입니다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아니오라면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문장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으로 말할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 하나만 남기고 지운다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판이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3분 이내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 끝난다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목표 수 · 시간을 줄인다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 키가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조작을 합친다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씬(Scene)이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 (스테이지 여러 개 X)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스테이지는 기말 뒤에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새로 배워야 할 기능이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나머지는 아는 방법으로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무료로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구할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회색 큐브로 대체하거나 바꾼다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9612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60312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96188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칸이 채워졌다 · 크기 점검이 모두 '예'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 만들기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프로젝트는 그대로 두고, 완전히 새로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→ Universal 3D → Final_학번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폴더 _Project 만들기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에디터에 Unity 계정 로그인 확인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새 프로젝트 · 폴더 · 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6주차 따라하기 STEP 1과 같은 순서입니다. 이름만 다릅니다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6000.3.x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Final_학번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(예: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안에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SampleScene을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옮기고 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→ 열기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내가 만든 것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(가져온 에셋)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자동으로 생김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에셋 폴더는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 바로 아래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그대로 둡니다.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안으로 옮기지 않아요 (업데이트 때 꼬임).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에디터에 Unity 계정 로그인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Asset Store에서 받은 에셋은 '같은 계정'으로 로그인해야 에디터에 보입니다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위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계정 버튼(사람 아이콘 또는 이니셜)을 클릭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로그인이 안 되어 있으면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브라우저에서 Unity 계정으로 로그인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9458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919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458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6418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Hub에 로그인한 계정과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계정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인지 확인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계정이 없다면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에서 무료로 만들 수 있습니다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859532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메일로 만들어도 됩니다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3162046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· 에디터 · Asset Store 모두 같은 계정 하나로 씁니다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버튼에 내 이니셜이 보인다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 · 20분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 Store에서 에셋 고르고 담기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웹에서 '내 에셋'에 담고 → 에디터에서 가져옵니다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필터 · URP 호환 확인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목록에 바로 기록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검색하고 무료만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웹 브라우저에서 진행합니다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오른쪽 위 로그인 (에디터와 같은 계정)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검색창에 영어로 검색: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coin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dungeon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656713"/>
            <a:ext cx="6217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poly(로우 폴리) = 면이 적은 단순한 모델. 초보 프로젝트에 가볍고 잘 어울림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34055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280141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2340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52343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필터에서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가격(Pricing) → Free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선택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3764407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810493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644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82695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분류는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좁히기 (소리는 Audio, 이펙트는 VFX)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이런 에셋은 고르지 않기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게임 템플릿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(Kit · Template · Complete Project)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용량이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1GB 이상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 것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호환 표시가 없는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것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업데이트가 아주 오래된 것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'게임을 대신 만들어 주는 에셋'은 금지, '게임에 쓰는 재료'는 OK. 판단이 어려우면 담기 전에 물어보세요.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상품 페이지에서 확인할 것 → 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담기 전에 세 가지를 봅니다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확인할 곳 (페이지 아래쪽)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볼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칸이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Compatible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size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수백 MB 이하인가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License agreement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Standard Unity Asset Store EULA 인가 (대부분 이것)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가지가 괜찮으면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3202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3663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3202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33857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동의 창이 나오면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868930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이름 · 주소를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바로 적기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버튼 이름은 페이지에 따라 조금 다를 수 있습니다. 무료 에셋은 결제 없이 '내 에셋(My Assets)'에 담깁니다.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51358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5061204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URP가 Not compatible인 에셋은 분홍색으로 깨질 수 있습니다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실습 4에서 변환 방법을 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4 · 20분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에디터로 가져오기 · 분홍색 고치기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Manager에서 내 에셋 가져오기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분홍색이면 URP로 변환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 무료 모델 가져오기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메뉴 위치입니다. 예전 자료의 Window &gt; Package Manager와 같은 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목록에서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→ 방금 담은 에셋이 보임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 보이면 계정 로그인 확인 · 창 위쪽 새로고침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선택 → 오른쪽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끝날 때까지 대기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#.# to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창: 처음엔 전체 선택 그대로 → 아래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(내 에셋 이름)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그림은 배치 설명용 단순화입니다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Assets 아래에 에셋 폴더가 새로 생겼다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가져온 에셋 확인하기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폴더 구조는 에셋마다 다릅니다. 모델 · 프리팹부터 찾습니다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폴더를 열고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(또는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폴더를 찾는다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씬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있으면 더블클릭해서 열어 본다 → 어떻게 보이는지 확인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92938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7546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293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4767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다시 내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씬으로 돌아온다 (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45973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50582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5973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7802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쓸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프리팹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Scene 뷰로 끌어다 놓는다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가져온 뒤 Console에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빨간 에러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생기면: 그 에셋의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Scripts · Demo 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원인인 경우가 많습니다 → 맨 뒤 '막혔을 때' 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데모 씬은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보기만 하고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고치지 않습니다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게임은 항상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씬에서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분홍색으로 보이면 — URP로 변환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Built-in용 재질이라서 URP에서 셰이더를 못 찾은 것입니다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A — 전체 변환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위쪽 드롭다운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Upgrade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체크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21995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6604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2199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238246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Initialize and Convert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B — 고른 재질만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창에서 분홍색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재질(Material)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들을 선택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변환해도 분홍색이면: 그 에셋이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자기만의 셰이더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쓰는 것 → 자동 변환이 안 됩니다.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에셋으로 바꾸는 것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가장 빠릅니다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 전에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저장 · 프로젝트 백업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실습 3에서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을 먼저 확인했습니다. 처음부터 URP 호환 에셋을 고르는 것이 제일 쉽습니다.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출처 표기 없이 쓸 수 있는 무료 모델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CC0(퍼블릭 도메인) 라이선스. 그래도 에셋 목록에는 적습니다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분류에서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마음에 드는 키트(Kit)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기부 창이 나오면 기부는 선택입니다. 기부 없이 받는 방법이 함께 있습니다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받은 zip을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압축 풀기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안의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형식 폴더 찾기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 파일들을 Unity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_Project/Models/키트이름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폴더로 끌어 넣기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같이 있는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폴더(있다면)도 함께 넣기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Scene 뷰로 끌어 놓아 확인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하얗게 보이면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텍스처가 연결되지 않은 것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재질을 선택 →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텍스처 이미지를 끌어다 놓기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GLB · OBJ 말고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를 쓰는 것이 가장 간단합니다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5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 플레이어에 모델 입히기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물리는 회색 오브젝트가, 겉모습은 모델이 맡습니다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 플레이어 만들기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자식으로 넣기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Capsule의 겉모습만 끄기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모델 입히기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겉모습만 바꾸는 가장 안전한 방법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모델에 직접 물리를 붙이면 크기 · 방향 때문에 자주 꼬입니다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(Mesh Renderer 끔)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가져온 모델 (겉모습만)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모델을 Hierarchy의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위로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끌어 놓기 → 자식이 됨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Model의 Position을 (0, -1, 0) 근처로 → 발이 Capsule 바닥에 닿게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크기가 다르면 Model의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조절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왼쪽 체크 해제 → 회색 캡슐이 사라지고 모델만 보임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이렇게?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Collider · 물리는 그대로 → 조작이 안 바뀜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모델은 언제든 다른 것으로 교체 가능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6 · 25분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묻고, 검증하고, 내 것으로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플레이어 이동 스크립트를 AI에게 받아서 내가 이해한 코드로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양식으로 묻기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내 말로 주석 · AI 사용 기록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질문 양식 — 그대로 복사해서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어느 것이든 됩니다. [환경] 줄이 가장 중요합니다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[환경] Unity 6.3 LTS · URP · 영문 에디터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New Input System만 사용 (UnityEngine.Input 클래스 사용 금지)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[상황] 위에서 내려다보는 3D 게임. 플레이어는 Capsule + Rigidbody.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모델은 Player의 자식 오브젝트 Model.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[원하는 것] WASD · 방향키로 플레이어를 움직이는 C# 스크립트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 초보자용. 클래스 이름 PlayerMove. 줄마다 한국어 주석.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Rigidbody는 linearVelocity 사용. 움직이는 방향으로 Model이 바라보게.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[설명] 코드 아래에 Unity에서 붙이고 설정하는 순서를 단계별로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왜 필요한가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[환경]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옛 버전 코드를 자주 줍니다. 버전 · 입력 방식을 못 박아야 합니다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[상황]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내 씬을 볼 수 없습니다. 오브젝트 구성을 글로 알려 줍니다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[조건]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 · 주석 · 난이도를 정하면 그대로 쓰기 쉬워집니다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받은 코드 검증 — 다섯 가지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걸리면 붙이기 전에 AI에게 다시 요청합니다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걸리면 이렇게 다시 묻기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가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"Input 클래스 말고 Keyboard.current로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속도는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다 (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아님)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"Unity 6 이름(linearVelocity)으로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뒤의 이름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이름을 클래스 이름과 같게 만든다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모르는 줄이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"○번째 줄이 무슨 뜻인지 초보자에게 설명해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붙이고 ▶ Play → Console에 빨간 에러가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 전체 문장을 복사해서 질문 (다음 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4번이 가장 중요합니다.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내가 설명할 수 없는 코드는 내 게임에 넣지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Unity에 붙이기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파일 이름이 클래스 이름과 다르면 붙지 않습니다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(대소문자까지 같게) 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더블클릭해서 열기 → 안의 내용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전부 지우고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받은 코드 붙여넣기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Unity로 돌아와 PlayerMove를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끌어다 놓기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8838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13447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08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06672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Inspector의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자식 Model을 끌어다 놓기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에러가 났을 때 묻는 법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Console의 빨간 줄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문장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 전체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붙여넣기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했더니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났는지 한 줄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WASD로 움직이고, 모델이 가는 방향을 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비교용 예시 답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답이 이것과 똑같을 필요는 없습니다. 다섯 가지 검증을 통과하면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플레이어 이동 (WASD · 방향키) — 위에서 내려다보는 3D 게임용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플레이어 (Rigidbody + Collider 필요)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초당 이동 속도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이동 방향을 바라볼 모델 (자식 오브젝트, 비워도 됨)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부딪혀도 넘어지지 않게 회전을 막는다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움직이는 방향으로 모델을 돌린다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떨어지는 속도는 그대로 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내 것으로 만들기 — 주석 다시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단 주석을 지우고, 내 말로 다시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누른 방향 × 속도 = 이번에 움직일 속도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위아래(Y) 속도는 원래 값을 둬야 점프 · 낙하가 안 끊긴다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무슨 일을 하는지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말로 한 줄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설명이 안 되는 줄 → AI에게 질문 → 이해한 뒤 주석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숫자(speed 등)를 바꿔 보고 결과 확인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 때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스크립트 한 부분을 직접 설명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오늘부터 이렇게 연습해 두세요.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 사용 기록 (한 줄 예)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물은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PlayerMove 이동 스크립트 (질문 양식 사용)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받은 것 → 내가 바꾼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velocity를 linearVelocity로 다시 요청 · speed 5→7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선택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(선택) 카메라가 플레이어 따라가기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이번엔 질문 양식을 내가 채워서 물어봅니다. 아래는 비교용 예시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카메라가 플레이어를 일정한 거리에서 따라간다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따라갈 대상 (플레이어)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대상에서 카메라까지의 거리 (위로 10, 뒤로 8)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따라가는 부드러움 (클수록 빨리 붙는다)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[원하는 것] 칸만 바꿔서 질문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카메라가 플레이어를 위 · 뒤에서 부드럽게 따라가는 스크립트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45237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49845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4523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7065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 → Main Camera에 붙이기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306451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311059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30645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08279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Player 끌어다 놓기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67665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72273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6766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69493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Offset 숫자를 바꿔 보기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끝에 있어야 할 것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다 못 했으면 과제로 이어서 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202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1페이지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8288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 · 크기 점검 '예'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76148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6700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67004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Final_학번 · _Project 폴더 · Play 씬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419856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60273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51129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1개 이상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511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가져와서 Play 씬에 놓음 · 에셋 목록에 기록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44398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43525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플레이어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435254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입힌 Player가 WASD로 움직임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102352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28523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51937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 1줄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519379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물은 것 · 받은 것 · 바꾼 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막혔을 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위에서부터 확인하세요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증상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해결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Package Manager의 My Assets가 비어 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에디터 왼쪽 위 계정이 Asset Store와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같은 계정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인지 · 창 위쪽 새로고침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에셋이 분홍색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가져온 뒤 빨간 에러 (에셋 폴더 안 스크립트)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에러가 가리키는 에셋의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Scripts · Demo 폴더 삭제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. 모델 · 텍스처 · 재질만 남겨도 충분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Play하면 InvalidOperationException … Input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어떤 스크립트가 옛 Input 클래스를 씀 → 그 스크립트를 Keyboard.current로 바꾸거나 삭제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스크립트가 오브젝트에 안 붙는다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 = 클래스 이름인지 · Console에 빨간 에러가 없는지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플레이어가 넘어진다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X · Y · Z 체크 (예시 코드는 자동)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모델이 땅에 묻히거나 뜬다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자식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 Position Y만 조절 (Player는 그대로)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2026-11-01T18:09:41Z</dcterms:created>
  <dcterms:modified xsi:type="dcterms:W3CDTF">2026-11-01T18:09:41Z</dcterms:modified>
</cp:coreProperties>
</file>